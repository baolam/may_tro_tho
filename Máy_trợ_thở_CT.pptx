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72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44E7-7120-4244-8E6A-663630A85B11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72BAB-1CF0-4B89-91BD-4A7A2AE4B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939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44E7-7120-4244-8E6A-663630A85B11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72BAB-1CF0-4B89-91BD-4A7A2AE4B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776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44E7-7120-4244-8E6A-663630A85B11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72BAB-1CF0-4B89-91BD-4A7A2AE4B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7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44E7-7120-4244-8E6A-663630A85B11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72BAB-1CF0-4B89-91BD-4A7A2AE4B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49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44E7-7120-4244-8E6A-663630A85B11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72BAB-1CF0-4B89-91BD-4A7A2AE4B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841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44E7-7120-4244-8E6A-663630A85B11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72BAB-1CF0-4B89-91BD-4A7A2AE4B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896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44E7-7120-4244-8E6A-663630A85B11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72BAB-1CF0-4B89-91BD-4A7A2AE4B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559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44E7-7120-4244-8E6A-663630A85B11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72BAB-1CF0-4B89-91BD-4A7A2AE4B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48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44E7-7120-4244-8E6A-663630A85B11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72BAB-1CF0-4B89-91BD-4A7A2AE4B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573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44E7-7120-4244-8E6A-663630A85B11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72BAB-1CF0-4B89-91BD-4A7A2AE4B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729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444E7-7120-4244-8E6A-663630A85B11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72BAB-1CF0-4B89-91BD-4A7A2AE4B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160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6444E7-7120-4244-8E6A-663630A85B11}" type="datetimeFigureOut">
              <a:rPr lang="en-US" smtClean="0"/>
              <a:t>5/5/2020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072BAB-1CF0-4B89-91BD-4A7A2AE4B8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53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err="1" smtClean="0">
                <a:solidFill>
                  <a:srgbClr val="FF0000"/>
                </a:solidFill>
                <a:latin typeface="Bookman Old Style" pitchFamily="18" charset="0"/>
              </a:rPr>
              <a:t>Giải</a:t>
            </a:r>
            <a:r>
              <a:rPr lang="en-US" b="1" dirty="0" smtClean="0">
                <a:solidFill>
                  <a:srgbClr val="FF0000"/>
                </a:solidFill>
                <a:latin typeface="Bookman Old Style" pitchFamily="18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Bookman Old Style" pitchFamily="18" charset="0"/>
              </a:rPr>
              <a:t>thích</a:t>
            </a:r>
            <a:r>
              <a:rPr lang="en-US" b="1" dirty="0" smtClean="0">
                <a:solidFill>
                  <a:srgbClr val="FF0000"/>
                </a:solidFill>
                <a:latin typeface="Bookman Old Style" pitchFamily="18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Bookman Old Style" pitchFamily="18" charset="0"/>
              </a:rPr>
              <a:t>chương</a:t>
            </a:r>
            <a:r>
              <a:rPr lang="en-US" b="1" dirty="0" smtClean="0">
                <a:solidFill>
                  <a:srgbClr val="FF0000"/>
                </a:solidFill>
                <a:latin typeface="Bookman Old Style" pitchFamily="18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Bookman Old Style" pitchFamily="18" charset="0"/>
              </a:rPr>
              <a:t>trình</a:t>
            </a:r>
            <a:r>
              <a:rPr lang="en-US" b="1" dirty="0" smtClean="0">
                <a:solidFill>
                  <a:srgbClr val="FF0000"/>
                </a:solidFill>
                <a:latin typeface="Bookman Old Style" pitchFamily="18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Bookman Old Style" pitchFamily="18" charset="0"/>
              </a:rPr>
              <a:t>máy</a:t>
            </a:r>
            <a:r>
              <a:rPr lang="en-US" b="1" dirty="0" smtClean="0">
                <a:solidFill>
                  <a:srgbClr val="FF0000"/>
                </a:solidFill>
                <a:latin typeface="Bookman Old Style" pitchFamily="18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Bookman Old Style" pitchFamily="18" charset="0"/>
              </a:rPr>
              <a:t>trợ</a:t>
            </a:r>
            <a:r>
              <a:rPr lang="en-US" b="1" dirty="0" smtClean="0">
                <a:solidFill>
                  <a:srgbClr val="FF0000"/>
                </a:solidFill>
                <a:latin typeface="Bookman Old Style" pitchFamily="18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Bookman Old Style" pitchFamily="18" charset="0"/>
              </a:rPr>
              <a:t>thở</a:t>
            </a:r>
            <a:r>
              <a:rPr lang="en-US" b="1" dirty="0" smtClean="0">
                <a:solidFill>
                  <a:srgbClr val="FF0000"/>
                </a:solidFill>
                <a:latin typeface="Bookman Old Style" pitchFamily="18" charset="0"/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  <a:latin typeface="Bookman Old Style" pitchFamily="18" charset="0"/>
              </a:rPr>
              <a:t>loại</a:t>
            </a:r>
            <a:r>
              <a:rPr lang="en-US" b="1" dirty="0" smtClean="0">
                <a:solidFill>
                  <a:srgbClr val="FF0000"/>
                </a:solidFill>
                <a:latin typeface="Bookman Old Style" pitchFamily="18" charset="0"/>
              </a:rPr>
              <a:t> 2 </a:t>
            </a:r>
            <a:endParaRPr lang="en-US" b="1" dirty="0">
              <a:solidFill>
                <a:srgbClr val="FF0000"/>
              </a:solidFill>
              <a:latin typeface="Bookman Old Style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9200" y="3657600"/>
            <a:ext cx="6553200" cy="22098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Ý </a:t>
            </a:r>
            <a:r>
              <a:rPr lang="en-US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tưởng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cơ</a:t>
            </a:r>
            <a:r>
              <a:rPr 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bản</a:t>
            </a:r>
            <a:r>
              <a:rPr lang="en-US" sz="2000" dirty="0" smtClean="0"/>
              <a:t>: </a:t>
            </a:r>
            <a:r>
              <a:rPr lang="en-US" sz="2000" dirty="0" err="1" smtClean="0">
                <a:solidFill>
                  <a:srgbClr val="00B050"/>
                </a:solidFill>
              </a:rPr>
              <a:t>Máy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trợ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thở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sẽ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được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điều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khiển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bởi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động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cơ</a:t>
            </a:r>
            <a:r>
              <a:rPr lang="en-US" sz="2000" dirty="0" smtClean="0">
                <a:solidFill>
                  <a:srgbClr val="00B050"/>
                </a:solidFill>
              </a:rPr>
              <a:t>  </a:t>
            </a:r>
            <a:r>
              <a:rPr lang="en-US" sz="2000" dirty="0" err="1" smtClean="0">
                <a:solidFill>
                  <a:srgbClr val="00B050"/>
                </a:solidFill>
              </a:rPr>
              <a:t>bước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kết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hợp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với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mạch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điều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khiển</a:t>
            </a:r>
            <a:r>
              <a:rPr lang="en-US" sz="2000" dirty="0">
                <a:solidFill>
                  <a:srgbClr val="00B050"/>
                </a:solidFill>
              </a:rPr>
              <a:t>.</a:t>
            </a:r>
            <a:endParaRPr lang="en-US" sz="2000" dirty="0" smtClean="0">
              <a:solidFill>
                <a:srgbClr val="00B050"/>
              </a:solidFill>
            </a:endParaRPr>
          </a:p>
          <a:p>
            <a:r>
              <a:rPr lang="en-US" sz="24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Nguyên</a:t>
            </a:r>
            <a:r>
              <a:rPr 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lí</a:t>
            </a:r>
            <a:r>
              <a:rPr 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hoạt</a:t>
            </a:r>
            <a:r>
              <a:rPr 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động</a:t>
            </a:r>
            <a:r>
              <a:rPr lang="en-US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cơ</a:t>
            </a:r>
            <a:r>
              <a:rPr 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lang="en-US" sz="24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bản</a:t>
            </a:r>
            <a:r>
              <a:rPr lang="en-US" sz="2000" dirty="0" smtClean="0"/>
              <a:t>: </a:t>
            </a:r>
            <a:r>
              <a:rPr lang="en-US" sz="2000" dirty="0" err="1" smtClean="0">
                <a:solidFill>
                  <a:srgbClr val="00B050"/>
                </a:solidFill>
              </a:rPr>
              <a:t>Khi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người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dùng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cấp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nguồn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cho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máy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trợ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thở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thì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máy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trợ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thở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sẽ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hoạt</a:t>
            </a:r>
            <a:r>
              <a:rPr lang="en-US" sz="2000" dirty="0" smtClean="0">
                <a:solidFill>
                  <a:srgbClr val="00B050"/>
                </a:solidFill>
              </a:rPr>
              <a:t> </a:t>
            </a:r>
            <a:r>
              <a:rPr lang="en-US" sz="2000" dirty="0" err="1" smtClean="0">
                <a:solidFill>
                  <a:srgbClr val="00B050"/>
                </a:solidFill>
              </a:rPr>
              <a:t>động</a:t>
            </a:r>
            <a:r>
              <a:rPr lang="en-US" sz="2000" dirty="0" smtClean="0">
                <a:solidFill>
                  <a:srgbClr val="00B050"/>
                </a:solidFill>
              </a:rPr>
              <a:t>.</a:t>
            </a:r>
          </a:p>
          <a:p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14312"/>
            <a:ext cx="1904999" cy="19049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59182" y="457200"/>
            <a:ext cx="563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00B050"/>
                </a:solidFill>
                <a:latin typeface="Lucida Calligraphy" pitchFamily="66" charset="0"/>
              </a:rPr>
              <a:t>The </a:t>
            </a:r>
            <a:r>
              <a:rPr lang="en-US" sz="3200" b="1" dirty="0" err="1" smtClean="0">
                <a:solidFill>
                  <a:srgbClr val="00B050"/>
                </a:solidFill>
                <a:latin typeface="Lucida Calligraphy" pitchFamily="66" charset="0"/>
              </a:rPr>
              <a:t>Dariu</a:t>
            </a:r>
            <a:r>
              <a:rPr lang="en-US" sz="3200" b="1" dirty="0" smtClean="0">
                <a:solidFill>
                  <a:srgbClr val="00B050"/>
                </a:solidFill>
                <a:latin typeface="Lucida Calligraphy" pitchFamily="66" charset="0"/>
              </a:rPr>
              <a:t> Foundation</a:t>
            </a:r>
            <a:endParaRPr lang="en-US" sz="3200" b="1" dirty="0">
              <a:solidFill>
                <a:srgbClr val="00B050"/>
              </a:solidFill>
              <a:latin typeface="Lucida Calligraphy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05200" y="5562600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/>
              <a:t>Người</a:t>
            </a:r>
            <a:r>
              <a:rPr lang="en-US" b="1" dirty="0" smtClean="0"/>
              <a:t> </a:t>
            </a:r>
            <a:r>
              <a:rPr lang="en-US" b="1" dirty="0" err="1" smtClean="0"/>
              <a:t>thực</a:t>
            </a:r>
            <a:r>
              <a:rPr lang="en-US" b="1" dirty="0" smtClean="0"/>
              <a:t> </a:t>
            </a:r>
            <a:r>
              <a:rPr lang="en-US" b="1" dirty="0" err="1" smtClean="0"/>
              <a:t>hiện</a:t>
            </a:r>
            <a:r>
              <a:rPr lang="en-US" b="1" dirty="0" smtClean="0"/>
              <a:t>: </a:t>
            </a:r>
            <a:r>
              <a:rPr lang="en-US" dirty="0" err="1" smtClean="0">
                <a:solidFill>
                  <a:srgbClr val="FF0000"/>
                </a:solidFill>
                <a:latin typeface="Lucida Calligraphy" pitchFamily="66" charset="0"/>
              </a:rPr>
              <a:t>Học</a:t>
            </a:r>
            <a:r>
              <a:rPr lang="en-US" dirty="0" smtClean="0">
                <a:solidFill>
                  <a:srgbClr val="FF0000"/>
                </a:solidFill>
                <a:latin typeface="Lucida Calligraphy" pitchFamily="66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Lucida Calligraphy" pitchFamily="66" charset="0"/>
              </a:rPr>
              <a:t>sinh</a:t>
            </a:r>
            <a:r>
              <a:rPr lang="en-US" dirty="0" smtClean="0">
                <a:solidFill>
                  <a:srgbClr val="FF0000"/>
                </a:solidFill>
                <a:latin typeface="Lucida Calligraphy" pitchFamily="66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Lucida Calligraphy" pitchFamily="66" charset="0"/>
              </a:rPr>
              <a:t>Nguyễn</a:t>
            </a:r>
            <a:r>
              <a:rPr lang="en-US" dirty="0" smtClean="0">
                <a:solidFill>
                  <a:srgbClr val="FF0000"/>
                </a:solidFill>
                <a:latin typeface="Lucida Calligraphy" pitchFamily="66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Lucida Calligraphy" pitchFamily="66" charset="0"/>
              </a:rPr>
              <a:t>Đức</a:t>
            </a:r>
            <a:r>
              <a:rPr lang="en-US" dirty="0" smtClean="0">
                <a:solidFill>
                  <a:srgbClr val="FF0000"/>
                </a:solidFill>
                <a:latin typeface="Lucida Calligraphy" pitchFamily="66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Lucida Calligraphy" pitchFamily="66" charset="0"/>
              </a:rPr>
              <a:t>Bảo</a:t>
            </a:r>
            <a:r>
              <a:rPr lang="en-US" dirty="0" smtClean="0">
                <a:solidFill>
                  <a:srgbClr val="FF0000"/>
                </a:solidFill>
                <a:latin typeface="Lucida Calligraphy" pitchFamily="66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Lucida Calligraphy" pitchFamily="66" charset="0"/>
              </a:rPr>
              <a:t>Lâm</a:t>
            </a:r>
            <a:r>
              <a:rPr lang="en-US" dirty="0" smtClean="0">
                <a:solidFill>
                  <a:srgbClr val="FF0000"/>
                </a:solidFill>
                <a:latin typeface="Lucida Calligraphy" pitchFamily="66" charset="0"/>
              </a:rPr>
              <a:t> – 8a4 </a:t>
            </a:r>
            <a:endParaRPr lang="en-US" dirty="0">
              <a:solidFill>
                <a:srgbClr val="FF0000"/>
              </a:solidFill>
              <a:latin typeface="Lucida Calligraphy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01165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>
                <a:solidFill>
                  <a:srgbClr val="FF0000"/>
                </a:solidFill>
                <a:latin typeface="Monotype Corsiva" pitchFamily="66" charset="0"/>
              </a:rPr>
              <a:t>Cái</a:t>
            </a:r>
            <a:r>
              <a:rPr lang="en-US" dirty="0" smtClean="0">
                <a:solidFill>
                  <a:srgbClr val="FF0000"/>
                </a:solidFill>
                <a:latin typeface="Monotype Corsiva" pitchFamily="66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Monotype Corsiva" pitchFamily="66" charset="0"/>
              </a:rPr>
              <a:t>nhìn</a:t>
            </a:r>
            <a:r>
              <a:rPr lang="en-US" dirty="0" smtClean="0">
                <a:solidFill>
                  <a:srgbClr val="FF0000"/>
                </a:solidFill>
                <a:latin typeface="Monotype Corsiva" pitchFamily="66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Monotype Corsiva" pitchFamily="66" charset="0"/>
              </a:rPr>
              <a:t>tổng</a:t>
            </a:r>
            <a:r>
              <a:rPr lang="en-US" dirty="0" smtClean="0">
                <a:solidFill>
                  <a:srgbClr val="FF0000"/>
                </a:solidFill>
                <a:latin typeface="Monotype Corsiva" pitchFamily="66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Monotype Corsiva" pitchFamily="66" charset="0"/>
              </a:rPr>
              <a:t>quát</a:t>
            </a:r>
            <a:r>
              <a:rPr lang="en-US" dirty="0" smtClean="0">
                <a:solidFill>
                  <a:srgbClr val="FF0000"/>
                </a:solidFill>
                <a:latin typeface="Monotype Corsiva" pitchFamily="66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Monotype Corsiva" pitchFamily="66" charset="0"/>
              </a:rPr>
              <a:t>về</a:t>
            </a:r>
            <a:r>
              <a:rPr lang="en-US" dirty="0" smtClean="0">
                <a:solidFill>
                  <a:srgbClr val="FF0000"/>
                </a:solidFill>
                <a:latin typeface="Monotype Corsiva" pitchFamily="66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Monotype Corsiva" pitchFamily="66" charset="0"/>
              </a:rPr>
              <a:t>mạch</a:t>
            </a:r>
            <a:r>
              <a:rPr lang="en-US" dirty="0" smtClean="0">
                <a:solidFill>
                  <a:srgbClr val="FF0000"/>
                </a:solidFill>
                <a:latin typeface="Monotype Corsiva" pitchFamily="66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Monotype Corsiva" pitchFamily="66" charset="0"/>
              </a:rPr>
              <a:t>điều</a:t>
            </a:r>
            <a:r>
              <a:rPr lang="en-US" dirty="0" smtClean="0">
                <a:solidFill>
                  <a:srgbClr val="FF0000"/>
                </a:solidFill>
                <a:latin typeface="Monotype Corsiva" pitchFamily="66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Monotype Corsiva" pitchFamily="66" charset="0"/>
              </a:rPr>
              <a:t>khiển</a:t>
            </a:r>
            <a:r>
              <a:rPr lang="en-US" dirty="0" smtClean="0">
                <a:solidFill>
                  <a:srgbClr val="FF0000"/>
                </a:solidFill>
                <a:latin typeface="Monotype Corsiva" pitchFamily="66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Monotype Corsiva" pitchFamily="66" charset="0"/>
              </a:rPr>
              <a:t>máy</a:t>
            </a:r>
            <a:r>
              <a:rPr lang="en-US" dirty="0" smtClean="0">
                <a:solidFill>
                  <a:srgbClr val="FF0000"/>
                </a:solidFill>
                <a:latin typeface="Monotype Corsiva" pitchFamily="66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Monotype Corsiva" pitchFamily="66" charset="0"/>
              </a:rPr>
              <a:t>trợ</a:t>
            </a:r>
            <a:r>
              <a:rPr lang="en-US" dirty="0" smtClean="0">
                <a:solidFill>
                  <a:srgbClr val="FF0000"/>
                </a:solidFill>
                <a:latin typeface="Monotype Corsiva" pitchFamily="66" charset="0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latin typeface="Monotype Corsiva" pitchFamily="66" charset="0"/>
              </a:rPr>
              <a:t>thở</a:t>
            </a:r>
            <a:r>
              <a:rPr lang="en-US" dirty="0" smtClean="0">
                <a:solidFill>
                  <a:srgbClr val="FF0000"/>
                </a:solidFill>
                <a:latin typeface="Monotype Corsiva" pitchFamily="66" charset="0"/>
              </a:rPr>
              <a:t> </a:t>
            </a:r>
            <a:endParaRPr lang="en-US" dirty="0">
              <a:solidFill>
                <a:srgbClr val="FF0000"/>
              </a:solidFill>
              <a:latin typeface="Monotype Corsiva" pitchFamily="66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 err="1" smtClean="0"/>
              <a:t>Mọi</a:t>
            </a:r>
            <a:r>
              <a:rPr lang="en-US" sz="2000" dirty="0" smtClean="0"/>
              <a:t> </a:t>
            </a:r>
            <a:r>
              <a:rPr lang="en-US" sz="2000" dirty="0" err="1" smtClean="0"/>
              <a:t>thứ</a:t>
            </a:r>
            <a:r>
              <a:rPr lang="en-US" sz="2000" dirty="0" smtClean="0"/>
              <a:t> </a:t>
            </a:r>
            <a:r>
              <a:rPr lang="en-US" sz="2000" dirty="0" err="1" smtClean="0"/>
              <a:t>đều</a:t>
            </a:r>
            <a:r>
              <a:rPr lang="en-US" sz="2000" dirty="0" smtClean="0"/>
              <a:t> </a:t>
            </a:r>
            <a:r>
              <a:rPr lang="en-US" sz="2000" dirty="0" err="1" smtClean="0"/>
              <a:t>bắt</a:t>
            </a:r>
            <a:r>
              <a:rPr lang="en-US" sz="2000" dirty="0" smtClean="0"/>
              <a:t> </a:t>
            </a:r>
            <a:r>
              <a:rPr lang="en-US" sz="2000" dirty="0" err="1" smtClean="0"/>
              <a:t>đầu</a:t>
            </a:r>
            <a:r>
              <a:rPr lang="en-US" sz="2000" dirty="0" smtClean="0"/>
              <a:t> </a:t>
            </a:r>
            <a:r>
              <a:rPr lang="en-US" sz="2000" dirty="0" err="1" smtClean="0"/>
              <a:t>từ</a:t>
            </a:r>
            <a:r>
              <a:rPr lang="en-US" sz="2000" dirty="0" smtClean="0"/>
              <a:t> </a:t>
            </a:r>
            <a:r>
              <a:rPr lang="en-US" sz="2000" dirty="0" err="1" smtClean="0"/>
              <a:t>cái</a:t>
            </a:r>
            <a:r>
              <a:rPr lang="en-US" sz="2000" dirty="0" smtClean="0"/>
              <a:t> </a:t>
            </a:r>
            <a:r>
              <a:rPr lang="en-US" sz="2000" dirty="0" err="1" smtClean="0"/>
              <a:t>đơn</a:t>
            </a:r>
            <a:r>
              <a:rPr lang="en-US" sz="2000" dirty="0" smtClean="0"/>
              <a:t> </a:t>
            </a:r>
            <a:r>
              <a:rPr lang="en-US" sz="2000" dirty="0" err="1" smtClean="0"/>
              <a:t>giản</a:t>
            </a:r>
            <a:r>
              <a:rPr lang="en-US" sz="2000" dirty="0" smtClean="0"/>
              <a:t>! </a:t>
            </a:r>
            <a:r>
              <a:rPr lang="en-US" sz="2000" dirty="0" err="1" smtClean="0"/>
              <a:t>Máy</a:t>
            </a:r>
            <a:r>
              <a:rPr lang="en-US" sz="2000" dirty="0" smtClean="0"/>
              <a:t> </a:t>
            </a:r>
            <a:r>
              <a:rPr lang="en-US" sz="2000" dirty="0" err="1" smtClean="0"/>
              <a:t>trợ</a:t>
            </a:r>
            <a:r>
              <a:rPr lang="en-US" sz="2000" dirty="0" smtClean="0"/>
              <a:t> </a:t>
            </a:r>
            <a:r>
              <a:rPr lang="en-US" sz="2000" dirty="0" err="1" smtClean="0"/>
              <a:t>thở</a:t>
            </a:r>
            <a:r>
              <a:rPr lang="en-US" sz="2000" dirty="0" smtClean="0"/>
              <a:t> </a:t>
            </a:r>
            <a:r>
              <a:rPr lang="en-US" sz="2000" dirty="0" err="1" smtClean="0"/>
              <a:t>cũng</a:t>
            </a:r>
            <a:r>
              <a:rPr lang="en-US" sz="2000" dirty="0" smtClean="0"/>
              <a:t> </a:t>
            </a:r>
            <a:r>
              <a:rPr lang="en-US" sz="2000" dirty="0" err="1" smtClean="0"/>
              <a:t>vậy</a:t>
            </a:r>
            <a:r>
              <a:rPr lang="en-US" sz="2000" dirty="0" smtClean="0"/>
              <a:t>. </a:t>
            </a:r>
            <a:r>
              <a:rPr lang="en-US" sz="2000" dirty="0" err="1" smtClean="0"/>
              <a:t>Muốn</a:t>
            </a:r>
            <a:r>
              <a:rPr lang="en-US" sz="2000" dirty="0" smtClean="0"/>
              <a:t> </a:t>
            </a:r>
            <a:r>
              <a:rPr lang="en-US" sz="2000" dirty="0" err="1" smtClean="0"/>
              <a:t>điều</a:t>
            </a:r>
            <a:r>
              <a:rPr lang="en-US" sz="2000" dirty="0" smtClean="0"/>
              <a:t> </a:t>
            </a:r>
            <a:r>
              <a:rPr lang="en-US" sz="2000" dirty="0" err="1" smtClean="0"/>
              <a:t>khiển</a:t>
            </a:r>
            <a:r>
              <a:rPr lang="en-US" sz="2000" dirty="0" smtClean="0"/>
              <a:t> </a:t>
            </a:r>
            <a:r>
              <a:rPr lang="en-US" sz="2000" dirty="0" err="1" smtClean="0"/>
              <a:t>được</a:t>
            </a:r>
            <a:r>
              <a:rPr lang="en-US" sz="2000" dirty="0" smtClean="0"/>
              <a:t> </a:t>
            </a:r>
            <a:r>
              <a:rPr lang="en-US" sz="2000" dirty="0" err="1" smtClean="0"/>
              <a:t>máy</a:t>
            </a:r>
            <a:r>
              <a:rPr lang="en-US" sz="2000" dirty="0" smtClean="0"/>
              <a:t> </a:t>
            </a:r>
            <a:r>
              <a:rPr lang="en-US" sz="2000" dirty="0" err="1" smtClean="0"/>
              <a:t>trợ</a:t>
            </a:r>
            <a:r>
              <a:rPr lang="en-US" sz="2000" dirty="0" smtClean="0"/>
              <a:t> </a:t>
            </a:r>
            <a:r>
              <a:rPr lang="en-US" sz="2000" dirty="0" err="1" smtClean="0"/>
              <a:t>thở</a:t>
            </a:r>
            <a:r>
              <a:rPr lang="en-US" sz="2000" dirty="0" smtClean="0"/>
              <a:t> </a:t>
            </a:r>
            <a:r>
              <a:rPr lang="en-US" sz="2000" dirty="0" err="1" smtClean="0"/>
              <a:t>thì</a:t>
            </a:r>
            <a:r>
              <a:rPr lang="en-US" sz="2000" dirty="0" smtClean="0"/>
              <a:t> ta </a:t>
            </a:r>
            <a:r>
              <a:rPr lang="en-US" sz="2000" dirty="0" err="1" smtClean="0"/>
              <a:t>phải</a:t>
            </a:r>
            <a:r>
              <a:rPr lang="en-US" sz="2000" dirty="0" smtClean="0"/>
              <a:t> </a:t>
            </a:r>
            <a:r>
              <a:rPr lang="en-US" sz="2000" dirty="0" err="1" smtClean="0"/>
              <a:t>hiểu</a:t>
            </a:r>
            <a:r>
              <a:rPr lang="en-US" sz="2000" dirty="0" smtClean="0"/>
              <a:t> </a:t>
            </a:r>
            <a:r>
              <a:rPr lang="en-US" sz="2000" dirty="0" err="1" smtClean="0"/>
              <a:t>cơ</a:t>
            </a:r>
            <a:r>
              <a:rPr lang="en-US" sz="2000" dirty="0" smtClean="0"/>
              <a:t> </a:t>
            </a:r>
            <a:r>
              <a:rPr lang="en-US" sz="2000" dirty="0" err="1" smtClean="0"/>
              <a:t>bản</a:t>
            </a:r>
            <a:r>
              <a:rPr lang="en-US" sz="2000" dirty="0" smtClean="0"/>
              <a:t> </a:t>
            </a:r>
            <a:r>
              <a:rPr lang="en-US" sz="2000" dirty="0" err="1" smtClean="0"/>
              <a:t>về</a:t>
            </a:r>
            <a:r>
              <a:rPr lang="en-US" sz="2000" dirty="0" smtClean="0"/>
              <a:t> </a:t>
            </a:r>
            <a:r>
              <a:rPr lang="en-US" sz="2000" dirty="0" err="1" smtClean="0"/>
              <a:t>cái</a:t>
            </a:r>
            <a:r>
              <a:rPr lang="en-US" sz="2000" dirty="0" smtClean="0"/>
              <a:t> ta </a:t>
            </a:r>
            <a:r>
              <a:rPr lang="en-US" sz="2000" dirty="0" err="1" smtClean="0"/>
              <a:t>đang</a:t>
            </a:r>
            <a:r>
              <a:rPr lang="en-US" sz="2000" dirty="0" smtClean="0"/>
              <a:t> </a:t>
            </a:r>
            <a:r>
              <a:rPr lang="en-US" sz="2000" dirty="0" err="1" smtClean="0"/>
              <a:t>làm</a:t>
            </a:r>
            <a:r>
              <a:rPr lang="en-US" sz="2000" dirty="0" smtClean="0"/>
              <a:t> – </a:t>
            </a:r>
            <a:r>
              <a:rPr lang="en-US" sz="2000" dirty="0" err="1" smtClean="0"/>
              <a:t>cụ</a:t>
            </a:r>
            <a:r>
              <a:rPr lang="en-US" sz="2000" dirty="0" smtClean="0"/>
              <a:t> </a:t>
            </a:r>
            <a:r>
              <a:rPr lang="en-US" sz="2000" dirty="0" err="1" smtClean="0"/>
              <a:t>thể</a:t>
            </a:r>
            <a:r>
              <a:rPr lang="en-US" sz="2000" dirty="0" smtClean="0"/>
              <a:t> ở </a:t>
            </a:r>
            <a:r>
              <a:rPr lang="en-US" sz="2000" dirty="0" err="1" smtClean="0"/>
              <a:t>đây</a:t>
            </a:r>
            <a:r>
              <a:rPr lang="en-US" sz="2000" dirty="0" smtClean="0"/>
              <a:t> </a:t>
            </a:r>
            <a:r>
              <a:rPr lang="en-US" sz="2000" dirty="0" err="1" smtClean="0"/>
              <a:t>là</a:t>
            </a:r>
            <a:r>
              <a:rPr lang="en-US" sz="2000" dirty="0" smtClean="0"/>
              <a:t> </a:t>
            </a:r>
            <a:r>
              <a:rPr lang="en-US" sz="2000" dirty="0" err="1" smtClean="0"/>
              <a:t>mạch</a:t>
            </a:r>
            <a:r>
              <a:rPr lang="en-US" sz="2000" dirty="0" smtClean="0"/>
              <a:t> </a:t>
            </a:r>
            <a:r>
              <a:rPr lang="en-US" sz="2000" dirty="0" err="1" smtClean="0"/>
              <a:t>điều</a:t>
            </a:r>
            <a:r>
              <a:rPr lang="en-US" sz="2000" dirty="0" smtClean="0"/>
              <a:t> </a:t>
            </a:r>
            <a:r>
              <a:rPr lang="en-US" sz="2000" dirty="0" err="1" smtClean="0"/>
              <a:t>khiển</a:t>
            </a:r>
            <a:r>
              <a:rPr lang="en-US" sz="2000" dirty="0" smtClean="0"/>
              <a:t>.</a:t>
            </a:r>
          </a:p>
          <a:p>
            <a:r>
              <a:rPr lang="en-US" sz="2000" dirty="0" err="1" smtClean="0"/>
              <a:t>Trên</a:t>
            </a:r>
            <a:r>
              <a:rPr lang="en-US" sz="2000" dirty="0" smtClean="0"/>
              <a:t> </a:t>
            </a:r>
            <a:r>
              <a:rPr lang="en-US" sz="2000" dirty="0" err="1" smtClean="0"/>
              <a:t>mạch</a:t>
            </a:r>
            <a:r>
              <a:rPr lang="en-US" sz="2000" dirty="0" smtClean="0"/>
              <a:t> </a:t>
            </a:r>
            <a:r>
              <a:rPr lang="en-US" sz="2000" dirty="0" err="1" smtClean="0"/>
              <a:t>này</a:t>
            </a:r>
            <a:r>
              <a:rPr lang="en-US" sz="2000" dirty="0" smtClean="0"/>
              <a:t> </a:t>
            </a:r>
            <a:r>
              <a:rPr lang="en-US" sz="2000" dirty="0" err="1" smtClean="0"/>
              <a:t>sẽ</a:t>
            </a:r>
            <a:r>
              <a:rPr lang="en-US" sz="2000" dirty="0" smtClean="0"/>
              <a:t> </a:t>
            </a:r>
            <a:r>
              <a:rPr lang="en-US" sz="2000" dirty="0" err="1" smtClean="0"/>
              <a:t>có</a:t>
            </a:r>
            <a:r>
              <a:rPr lang="en-US" sz="2000" dirty="0" smtClean="0"/>
              <a:t> 3 </a:t>
            </a:r>
            <a:r>
              <a:rPr lang="en-US" sz="2000" dirty="0" err="1" smtClean="0"/>
              <a:t>cổng</a:t>
            </a:r>
            <a:r>
              <a:rPr lang="en-US" sz="2000" dirty="0" smtClean="0"/>
              <a:t>. </a:t>
            </a:r>
            <a:r>
              <a:rPr lang="en-US" sz="2000" dirty="0" err="1" smtClean="0"/>
              <a:t>Trong</a:t>
            </a:r>
            <a:r>
              <a:rPr lang="en-US" sz="2000" dirty="0" smtClean="0"/>
              <a:t> </a:t>
            </a:r>
            <a:r>
              <a:rPr lang="en-US" sz="2000" dirty="0" err="1" smtClean="0"/>
              <a:t>đó</a:t>
            </a:r>
            <a:r>
              <a:rPr lang="en-US" sz="2000" dirty="0" smtClean="0"/>
              <a:t> 2 </a:t>
            </a:r>
            <a:r>
              <a:rPr lang="en-US" sz="2000" dirty="0" err="1" smtClean="0"/>
              <a:t>cổng</a:t>
            </a:r>
            <a:r>
              <a:rPr lang="en-US" sz="2000" dirty="0" smtClean="0"/>
              <a:t> </a:t>
            </a:r>
            <a:r>
              <a:rPr lang="en-US" sz="2000" dirty="0" err="1" smtClean="0"/>
              <a:t>là</a:t>
            </a:r>
            <a:r>
              <a:rPr lang="en-US" sz="2000" dirty="0" smtClean="0"/>
              <a:t> </a:t>
            </a:r>
            <a:r>
              <a:rPr lang="en-US" sz="2000" dirty="0" err="1" smtClean="0"/>
              <a:t>để</a:t>
            </a:r>
            <a:r>
              <a:rPr lang="en-US" sz="2000" dirty="0" smtClean="0"/>
              <a:t> </a:t>
            </a:r>
            <a:r>
              <a:rPr lang="en-US" sz="2000" dirty="0" err="1" smtClean="0"/>
              <a:t>điều</a:t>
            </a:r>
            <a:r>
              <a:rPr lang="en-US" sz="2000" dirty="0" smtClean="0"/>
              <a:t> </a:t>
            </a:r>
            <a:r>
              <a:rPr lang="en-US" sz="2000" dirty="0" err="1" smtClean="0"/>
              <a:t>khiển</a:t>
            </a:r>
            <a:r>
              <a:rPr lang="en-US" sz="2000" dirty="0" smtClean="0"/>
              <a:t> </a:t>
            </a:r>
            <a:r>
              <a:rPr lang="en-US" sz="2000" dirty="0" err="1" smtClean="0"/>
              <a:t>động</a:t>
            </a:r>
            <a:r>
              <a:rPr lang="en-US" sz="2000" dirty="0" smtClean="0"/>
              <a:t> </a:t>
            </a:r>
            <a:r>
              <a:rPr lang="en-US" sz="2000" dirty="0" err="1" smtClean="0"/>
              <a:t>cơ</a:t>
            </a:r>
            <a:r>
              <a:rPr lang="en-US" sz="2000" dirty="0" smtClean="0"/>
              <a:t>, </a:t>
            </a:r>
            <a:r>
              <a:rPr lang="en-US" sz="2000" dirty="0" err="1" smtClean="0"/>
              <a:t>cổng</a:t>
            </a:r>
            <a:r>
              <a:rPr lang="en-US" sz="2000" dirty="0" smtClean="0"/>
              <a:t> </a:t>
            </a:r>
            <a:r>
              <a:rPr lang="en-US" sz="2000" dirty="0" err="1" smtClean="0"/>
              <a:t>còn</a:t>
            </a:r>
            <a:r>
              <a:rPr lang="en-US" sz="2000" dirty="0" smtClean="0"/>
              <a:t> </a:t>
            </a:r>
            <a:r>
              <a:rPr lang="en-US" sz="2000" dirty="0" err="1" smtClean="0"/>
              <a:t>lại</a:t>
            </a:r>
            <a:r>
              <a:rPr lang="en-US" sz="2000" dirty="0" smtClean="0"/>
              <a:t> </a:t>
            </a:r>
            <a:r>
              <a:rPr lang="en-US" sz="2000" dirty="0" err="1" smtClean="0"/>
              <a:t>là</a:t>
            </a:r>
            <a:r>
              <a:rPr lang="en-US" sz="2000" dirty="0" smtClean="0"/>
              <a:t> </a:t>
            </a:r>
            <a:r>
              <a:rPr lang="en-US" sz="2000" dirty="0" err="1" smtClean="0"/>
              <a:t>cổng</a:t>
            </a:r>
            <a:r>
              <a:rPr lang="en-US" sz="2000" dirty="0" smtClean="0"/>
              <a:t> </a:t>
            </a:r>
            <a:r>
              <a:rPr lang="en-US" sz="2000" dirty="0" err="1" smtClean="0"/>
              <a:t>kết</a:t>
            </a:r>
            <a:r>
              <a:rPr lang="en-US" sz="2000" dirty="0" smtClean="0"/>
              <a:t> </a:t>
            </a:r>
            <a:r>
              <a:rPr lang="en-US" sz="2000" dirty="0" err="1" smtClean="0"/>
              <a:t>nối</a:t>
            </a:r>
            <a:r>
              <a:rPr lang="en-US" sz="2000" dirty="0" smtClean="0"/>
              <a:t> </a:t>
            </a:r>
            <a:r>
              <a:rPr lang="en-US" sz="2000" dirty="0" err="1" smtClean="0"/>
              <a:t>động</a:t>
            </a:r>
            <a:r>
              <a:rPr lang="en-US" sz="2000" dirty="0" smtClean="0"/>
              <a:t> </a:t>
            </a:r>
            <a:r>
              <a:rPr lang="en-US" sz="2000" dirty="0" err="1" smtClean="0"/>
              <a:t>cơ</a:t>
            </a:r>
            <a:r>
              <a:rPr lang="en-US" sz="2000" dirty="0" smtClean="0"/>
              <a:t>. </a:t>
            </a:r>
          </a:p>
          <a:p>
            <a:r>
              <a:rPr lang="en-US" sz="2000" dirty="0" err="1" smtClean="0"/>
              <a:t>Cổng</a:t>
            </a:r>
            <a:r>
              <a:rPr lang="en-US" sz="2000" dirty="0" smtClean="0"/>
              <a:t> </a:t>
            </a:r>
            <a:r>
              <a:rPr lang="en-US" sz="2000" dirty="0" err="1" smtClean="0"/>
              <a:t>đầu</a:t>
            </a:r>
            <a:r>
              <a:rPr lang="en-US" sz="2000" dirty="0" smtClean="0"/>
              <a:t> </a:t>
            </a:r>
            <a:r>
              <a:rPr lang="en-US" sz="2000" dirty="0" err="1" smtClean="0"/>
              <a:t>tiên</a:t>
            </a:r>
            <a:r>
              <a:rPr lang="en-US" sz="2000" dirty="0" smtClean="0"/>
              <a:t> </a:t>
            </a:r>
            <a:r>
              <a:rPr lang="en-US" sz="2000" dirty="0" err="1" smtClean="0"/>
              <a:t>là</a:t>
            </a:r>
            <a:r>
              <a:rPr lang="en-US" sz="2000" dirty="0" smtClean="0"/>
              <a:t> </a:t>
            </a:r>
            <a:r>
              <a:rPr lang="en-US" sz="2000" dirty="0" err="1" smtClean="0"/>
              <a:t>cổng</a:t>
            </a:r>
            <a:r>
              <a:rPr lang="en-US" sz="2000" dirty="0" smtClean="0"/>
              <a:t> 1 </a:t>
            </a:r>
            <a:r>
              <a:rPr lang="en-US" sz="2000" dirty="0" err="1" smtClean="0"/>
              <a:t>có</a:t>
            </a:r>
            <a:r>
              <a:rPr lang="en-US" sz="2000" dirty="0" smtClean="0"/>
              <a:t> 2 </a:t>
            </a:r>
            <a:r>
              <a:rPr lang="en-US" sz="2000" dirty="0" err="1" smtClean="0"/>
              <a:t>chân</a:t>
            </a:r>
            <a:r>
              <a:rPr lang="en-US" sz="2000" dirty="0" smtClean="0"/>
              <a:t> </a:t>
            </a:r>
            <a:r>
              <a:rPr lang="en-US" sz="2000" dirty="0" err="1" smtClean="0"/>
              <a:t>là</a:t>
            </a:r>
            <a:r>
              <a:rPr lang="en-US" sz="2000" dirty="0" smtClean="0"/>
              <a:t> EN </a:t>
            </a:r>
            <a:r>
              <a:rPr lang="en-US" sz="2000" dirty="0" err="1" smtClean="0"/>
              <a:t>và</a:t>
            </a:r>
            <a:r>
              <a:rPr lang="en-US" sz="2000" dirty="0" smtClean="0"/>
              <a:t> VR. EN </a:t>
            </a:r>
            <a:r>
              <a:rPr lang="en-US" sz="2000" dirty="0" err="1" smtClean="0"/>
              <a:t>là</a:t>
            </a:r>
            <a:r>
              <a:rPr lang="en-US" sz="2000" dirty="0" smtClean="0"/>
              <a:t> </a:t>
            </a:r>
            <a:r>
              <a:rPr lang="en-US" sz="2000" dirty="0" err="1" smtClean="0"/>
              <a:t>chân</a:t>
            </a:r>
            <a:r>
              <a:rPr lang="en-US" sz="2000" dirty="0" smtClean="0"/>
              <a:t> </a:t>
            </a:r>
            <a:r>
              <a:rPr lang="en-US" sz="2000" dirty="0" err="1" smtClean="0"/>
              <a:t>viết</a:t>
            </a:r>
            <a:r>
              <a:rPr lang="en-US" sz="2000" dirty="0" smtClean="0"/>
              <a:t> </a:t>
            </a:r>
            <a:r>
              <a:rPr lang="en-US" sz="2000" dirty="0" err="1" smtClean="0"/>
              <a:t>tắt</a:t>
            </a:r>
            <a:r>
              <a:rPr lang="en-US" sz="2000" dirty="0" smtClean="0"/>
              <a:t> </a:t>
            </a:r>
            <a:r>
              <a:rPr lang="en-US" sz="2000" dirty="0" err="1" smtClean="0"/>
              <a:t>của</a:t>
            </a:r>
            <a:r>
              <a:rPr lang="en-US" sz="2000" dirty="0" smtClean="0"/>
              <a:t> Enable – </a:t>
            </a:r>
            <a:r>
              <a:rPr lang="en-US" sz="2000" dirty="0" err="1" smtClean="0"/>
              <a:t>dịch</a:t>
            </a:r>
            <a:r>
              <a:rPr lang="en-US" sz="2000" dirty="0" smtClean="0"/>
              <a:t> </a:t>
            </a:r>
            <a:r>
              <a:rPr lang="en-US" sz="2000" dirty="0" err="1" smtClean="0"/>
              <a:t>ra</a:t>
            </a:r>
            <a:r>
              <a:rPr lang="en-US" sz="2000" dirty="0" smtClean="0"/>
              <a:t> </a:t>
            </a:r>
            <a:r>
              <a:rPr lang="en-US" sz="2000" dirty="0" err="1" smtClean="0"/>
              <a:t>có</a:t>
            </a:r>
            <a:r>
              <a:rPr lang="en-US" sz="2000" dirty="0" smtClean="0"/>
              <a:t> </a:t>
            </a:r>
            <a:r>
              <a:rPr lang="en-US" sz="2000" dirty="0" err="1" smtClean="0"/>
              <a:t>nghĩa</a:t>
            </a:r>
            <a:r>
              <a:rPr lang="en-US" sz="2000" dirty="0" smtClean="0"/>
              <a:t> </a:t>
            </a:r>
            <a:r>
              <a:rPr lang="en-US" sz="2000" dirty="0" err="1" smtClean="0"/>
              <a:t>là</a:t>
            </a:r>
            <a:r>
              <a:rPr lang="en-US" sz="2000" dirty="0" smtClean="0"/>
              <a:t> </a:t>
            </a:r>
            <a:r>
              <a:rPr lang="en-US" sz="2000" dirty="0" err="1" smtClean="0"/>
              <a:t>cho</a:t>
            </a:r>
            <a:r>
              <a:rPr lang="en-US" sz="2000" dirty="0" smtClean="0"/>
              <a:t> </a:t>
            </a:r>
            <a:r>
              <a:rPr lang="en-US" sz="2000" dirty="0" err="1" smtClean="0"/>
              <a:t>phép</a:t>
            </a:r>
            <a:r>
              <a:rPr lang="en-US" sz="2000" dirty="0" smtClean="0"/>
              <a:t>. </a:t>
            </a:r>
            <a:r>
              <a:rPr lang="en-US" sz="2000" dirty="0" err="1" smtClean="0"/>
              <a:t>Chân</a:t>
            </a:r>
            <a:r>
              <a:rPr lang="en-US" sz="2000" dirty="0" smtClean="0"/>
              <a:t> </a:t>
            </a:r>
            <a:r>
              <a:rPr lang="en-US" sz="2000" dirty="0" err="1" smtClean="0"/>
              <a:t>này</a:t>
            </a:r>
            <a:r>
              <a:rPr lang="en-US" sz="2000" dirty="0" smtClean="0"/>
              <a:t> </a:t>
            </a:r>
            <a:r>
              <a:rPr lang="en-US" sz="2000" dirty="0" err="1" smtClean="0"/>
              <a:t>là</a:t>
            </a:r>
            <a:r>
              <a:rPr lang="en-US" sz="2000" dirty="0" smtClean="0"/>
              <a:t> </a:t>
            </a:r>
            <a:r>
              <a:rPr lang="en-US" sz="2000" dirty="0" err="1" smtClean="0"/>
              <a:t>chân</a:t>
            </a:r>
            <a:r>
              <a:rPr lang="en-US" sz="2000" dirty="0" smtClean="0"/>
              <a:t> </a:t>
            </a:r>
            <a:r>
              <a:rPr lang="en-US" sz="2000" dirty="0" err="1" smtClean="0"/>
              <a:t>rất</a:t>
            </a:r>
            <a:r>
              <a:rPr lang="en-US" sz="2000" dirty="0" smtClean="0"/>
              <a:t> </a:t>
            </a:r>
            <a:r>
              <a:rPr lang="en-US" sz="2000" dirty="0" err="1" smtClean="0"/>
              <a:t>quan</a:t>
            </a:r>
            <a:r>
              <a:rPr lang="en-US" sz="2000" dirty="0" smtClean="0"/>
              <a:t> </a:t>
            </a:r>
            <a:r>
              <a:rPr lang="en-US" sz="2000" dirty="0" err="1" smtClean="0"/>
              <a:t>trọng</a:t>
            </a:r>
            <a:r>
              <a:rPr lang="en-US" sz="2000" dirty="0" smtClean="0"/>
              <a:t> </a:t>
            </a:r>
            <a:r>
              <a:rPr lang="en-US" sz="2000" dirty="0" err="1" smtClean="0"/>
              <a:t>với</a:t>
            </a:r>
            <a:r>
              <a:rPr lang="en-US" sz="2000" dirty="0" smtClean="0"/>
              <a:t> </a:t>
            </a:r>
            <a:r>
              <a:rPr lang="en-US" sz="2000" dirty="0" err="1" smtClean="0"/>
              <a:t>chức</a:t>
            </a:r>
            <a:r>
              <a:rPr lang="en-US" sz="2000" dirty="0" smtClean="0"/>
              <a:t> </a:t>
            </a:r>
            <a:r>
              <a:rPr lang="en-US" sz="2000" dirty="0" err="1" smtClean="0"/>
              <a:t>năng</a:t>
            </a:r>
            <a:r>
              <a:rPr lang="en-US" sz="2000" dirty="0" smtClean="0"/>
              <a:t> </a:t>
            </a:r>
            <a:r>
              <a:rPr lang="en-US" sz="2000" dirty="0" err="1" smtClean="0"/>
              <a:t>kích</a:t>
            </a:r>
            <a:r>
              <a:rPr lang="en-US" sz="2000" dirty="0" smtClean="0"/>
              <a:t> </a:t>
            </a:r>
            <a:r>
              <a:rPr lang="en-US" sz="2000" dirty="0" err="1" smtClean="0"/>
              <a:t>hoạt</a:t>
            </a:r>
            <a:r>
              <a:rPr lang="en-US" sz="2000" dirty="0" smtClean="0"/>
              <a:t> </a:t>
            </a:r>
            <a:r>
              <a:rPr lang="en-US" sz="2000" dirty="0" err="1" smtClean="0"/>
              <a:t>mạch</a:t>
            </a:r>
            <a:r>
              <a:rPr lang="en-US" sz="2000" dirty="0" smtClean="0"/>
              <a:t> </a:t>
            </a:r>
            <a:r>
              <a:rPr lang="en-US" sz="2000" dirty="0" err="1" smtClean="0"/>
              <a:t>điều</a:t>
            </a:r>
            <a:r>
              <a:rPr lang="en-US" sz="2000" dirty="0" smtClean="0"/>
              <a:t> </a:t>
            </a:r>
            <a:r>
              <a:rPr lang="en-US" sz="2000" dirty="0" err="1" smtClean="0"/>
              <a:t>khiển</a:t>
            </a:r>
            <a:r>
              <a:rPr lang="en-US" sz="2000" dirty="0" smtClean="0"/>
              <a:t> hay </a:t>
            </a:r>
            <a:r>
              <a:rPr lang="en-US" sz="2000" dirty="0" err="1" smtClean="0"/>
              <a:t>cho</a:t>
            </a:r>
            <a:r>
              <a:rPr lang="en-US" sz="2000" dirty="0" smtClean="0"/>
              <a:t> </a:t>
            </a:r>
            <a:r>
              <a:rPr lang="en-US" sz="2000" dirty="0" err="1" smtClean="0"/>
              <a:t>phép</a:t>
            </a:r>
            <a:r>
              <a:rPr lang="en-US" sz="2000" dirty="0" smtClean="0"/>
              <a:t> </a:t>
            </a:r>
            <a:r>
              <a:rPr lang="en-US" sz="2000" dirty="0" err="1" smtClean="0"/>
              <a:t>mạch</a:t>
            </a:r>
            <a:r>
              <a:rPr lang="en-US" sz="2000" dirty="0" smtClean="0"/>
              <a:t> </a:t>
            </a:r>
            <a:r>
              <a:rPr lang="en-US" sz="2000" dirty="0" err="1" smtClean="0"/>
              <a:t>hoạt</a:t>
            </a:r>
            <a:r>
              <a:rPr lang="en-US" sz="2000" dirty="0" smtClean="0"/>
              <a:t> </a:t>
            </a:r>
            <a:r>
              <a:rPr lang="en-US" sz="2000" dirty="0" err="1" smtClean="0"/>
              <a:t>động</a:t>
            </a:r>
            <a:r>
              <a:rPr lang="en-US" sz="2000" dirty="0" smtClean="0"/>
              <a:t>. VR hay Variable </a:t>
            </a:r>
            <a:r>
              <a:rPr lang="en-US" sz="2000" dirty="0" err="1" smtClean="0"/>
              <a:t>registor</a:t>
            </a:r>
            <a:r>
              <a:rPr lang="en-US" sz="2000" dirty="0"/>
              <a:t> </a:t>
            </a:r>
            <a:r>
              <a:rPr lang="en-US" sz="2000" dirty="0" smtClean="0"/>
              <a:t>– </a:t>
            </a:r>
            <a:r>
              <a:rPr lang="en-US" sz="2000" dirty="0" err="1" smtClean="0"/>
              <a:t>điều</a:t>
            </a:r>
            <a:r>
              <a:rPr lang="en-US" sz="2000" dirty="0" smtClean="0"/>
              <a:t> </a:t>
            </a:r>
            <a:r>
              <a:rPr lang="en-US" sz="2000" dirty="0" err="1" smtClean="0"/>
              <a:t>khiển</a:t>
            </a:r>
            <a:r>
              <a:rPr lang="en-US" sz="2000" dirty="0" smtClean="0"/>
              <a:t> </a:t>
            </a:r>
            <a:r>
              <a:rPr lang="en-US" sz="2000" dirty="0" err="1" smtClean="0"/>
              <a:t>nhịp</a:t>
            </a:r>
            <a:r>
              <a:rPr lang="en-US" sz="2000" dirty="0" smtClean="0"/>
              <a:t> </a:t>
            </a:r>
            <a:r>
              <a:rPr lang="en-US" sz="2000" dirty="0" err="1" smtClean="0"/>
              <a:t>thở</a:t>
            </a:r>
            <a:r>
              <a:rPr lang="en-US" sz="2000" dirty="0" smtClean="0"/>
              <a:t>.</a:t>
            </a:r>
          </a:p>
          <a:p>
            <a:r>
              <a:rPr lang="en-US" sz="2000" dirty="0" err="1" smtClean="0"/>
              <a:t>Cổng</a:t>
            </a:r>
            <a:r>
              <a:rPr lang="en-US" sz="2000" dirty="0" smtClean="0"/>
              <a:t> 2 </a:t>
            </a:r>
            <a:r>
              <a:rPr lang="en-US" sz="2000" dirty="0" err="1" smtClean="0"/>
              <a:t>là</a:t>
            </a:r>
            <a:r>
              <a:rPr lang="en-US" sz="2000" dirty="0" smtClean="0"/>
              <a:t> </a:t>
            </a:r>
            <a:r>
              <a:rPr lang="en-US" sz="2000" dirty="0" err="1" smtClean="0"/>
              <a:t>cổng</a:t>
            </a:r>
            <a:r>
              <a:rPr lang="en-US" sz="2000" dirty="0" smtClean="0"/>
              <a:t> </a:t>
            </a:r>
            <a:r>
              <a:rPr lang="en-US" sz="2000" dirty="0" err="1" smtClean="0"/>
              <a:t>có</a:t>
            </a:r>
            <a:r>
              <a:rPr lang="en-US" sz="2000" dirty="0" smtClean="0"/>
              <a:t> 2 </a:t>
            </a:r>
            <a:r>
              <a:rPr lang="en-US" sz="2000" dirty="0" err="1" smtClean="0"/>
              <a:t>chân</a:t>
            </a:r>
            <a:r>
              <a:rPr lang="en-US" sz="2000" dirty="0" smtClean="0"/>
              <a:t> STEP </a:t>
            </a:r>
            <a:r>
              <a:rPr lang="en-US" sz="2000" dirty="0" err="1" smtClean="0"/>
              <a:t>và</a:t>
            </a:r>
            <a:r>
              <a:rPr lang="en-US" sz="2000" dirty="0" smtClean="0"/>
              <a:t> DIR. Step </a:t>
            </a:r>
            <a:r>
              <a:rPr lang="en-US" sz="2000" dirty="0" err="1" smtClean="0"/>
              <a:t>là</a:t>
            </a:r>
            <a:r>
              <a:rPr lang="en-US" sz="2000" dirty="0" smtClean="0"/>
              <a:t> </a:t>
            </a:r>
            <a:r>
              <a:rPr lang="en-US" sz="2000" dirty="0" err="1" smtClean="0"/>
              <a:t>tốc</a:t>
            </a:r>
            <a:r>
              <a:rPr lang="en-US" sz="2000" dirty="0" smtClean="0"/>
              <a:t> </a:t>
            </a:r>
            <a:r>
              <a:rPr lang="en-US" sz="2000" dirty="0" err="1" smtClean="0"/>
              <a:t>độ</a:t>
            </a:r>
            <a:r>
              <a:rPr lang="en-US" sz="2000" dirty="0" smtClean="0"/>
              <a:t> </a:t>
            </a:r>
            <a:r>
              <a:rPr lang="en-US" sz="2000" dirty="0" err="1" smtClean="0"/>
              <a:t>động</a:t>
            </a:r>
            <a:r>
              <a:rPr lang="en-US" sz="2000" dirty="0" smtClean="0"/>
              <a:t> </a:t>
            </a:r>
            <a:r>
              <a:rPr lang="en-US" sz="2000" dirty="0" err="1" smtClean="0"/>
              <a:t>cơ</a:t>
            </a:r>
            <a:r>
              <a:rPr lang="en-US" sz="2000" dirty="0" smtClean="0"/>
              <a:t>, </a:t>
            </a:r>
            <a:r>
              <a:rPr lang="en-US" sz="2000" dirty="0" err="1" smtClean="0"/>
              <a:t>Dir</a:t>
            </a:r>
            <a:r>
              <a:rPr lang="en-US" sz="2000" dirty="0" smtClean="0"/>
              <a:t> </a:t>
            </a:r>
            <a:r>
              <a:rPr lang="en-US" sz="2000" dirty="0" err="1" smtClean="0"/>
              <a:t>là</a:t>
            </a:r>
            <a:r>
              <a:rPr lang="en-US" sz="2000" dirty="0" smtClean="0"/>
              <a:t> </a:t>
            </a:r>
            <a:r>
              <a:rPr lang="en-US" sz="2000" dirty="0" err="1" smtClean="0"/>
              <a:t>chiều</a:t>
            </a:r>
            <a:r>
              <a:rPr lang="en-US" sz="2000" dirty="0" smtClean="0"/>
              <a:t> quay( =1 </a:t>
            </a:r>
            <a:r>
              <a:rPr lang="en-US" sz="2000" dirty="0" err="1" smtClean="0"/>
              <a:t>động</a:t>
            </a:r>
            <a:r>
              <a:rPr lang="en-US" sz="2000" dirty="0" smtClean="0"/>
              <a:t> </a:t>
            </a:r>
            <a:r>
              <a:rPr lang="en-US" sz="2000" dirty="0" err="1" smtClean="0"/>
              <a:t>cơ</a:t>
            </a:r>
            <a:r>
              <a:rPr lang="en-US" sz="2000" dirty="0" smtClean="0"/>
              <a:t> quay </a:t>
            </a:r>
            <a:r>
              <a:rPr lang="en-US" sz="2000" dirty="0" err="1" smtClean="0"/>
              <a:t>vào</a:t>
            </a:r>
            <a:r>
              <a:rPr lang="en-US" sz="2000" dirty="0" smtClean="0"/>
              <a:t> </a:t>
            </a:r>
            <a:r>
              <a:rPr lang="en-US" sz="2000" dirty="0" err="1" smtClean="0"/>
              <a:t>trong</a:t>
            </a:r>
            <a:r>
              <a:rPr lang="en-US" sz="2000" dirty="0" smtClean="0"/>
              <a:t> </a:t>
            </a:r>
            <a:r>
              <a:rPr lang="en-US" sz="2000" dirty="0" err="1" smtClean="0"/>
              <a:t>ngược</a:t>
            </a:r>
            <a:r>
              <a:rPr lang="en-US" sz="2000" dirty="0" smtClean="0"/>
              <a:t> </a:t>
            </a:r>
            <a:r>
              <a:rPr lang="en-US" sz="2000" dirty="0" err="1" smtClean="0"/>
              <a:t>lại</a:t>
            </a:r>
            <a:r>
              <a:rPr lang="en-US" sz="2000" dirty="0" smtClean="0"/>
              <a:t> quay </a:t>
            </a:r>
            <a:r>
              <a:rPr lang="en-US" sz="2000" dirty="0" err="1" smtClean="0"/>
              <a:t>ra</a:t>
            </a:r>
            <a:r>
              <a:rPr lang="en-US" sz="2000" dirty="0" smtClean="0"/>
              <a:t> </a:t>
            </a:r>
            <a:r>
              <a:rPr lang="en-US" sz="2000" dirty="0" err="1" smtClean="0"/>
              <a:t>ngoài</a:t>
            </a:r>
            <a:r>
              <a:rPr lang="en-US" sz="2000" dirty="0" smtClean="0"/>
              <a:t>).</a:t>
            </a:r>
          </a:p>
          <a:p>
            <a:r>
              <a:rPr lang="en-US" sz="2000" dirty="0" err="1" smtClean="0"/>
              <a:t>Để</a:t>
            </a:r>
            <a:r>
              <a:rPr lang="en-US" sz="2000" dirty="0" smtClean="0"/>
              <a:t> </a:t>
            </a:r>
            <a:r>
              <a:rPr lang="en-US" sz="2000" dirty="0" err="1" smtClean="0"/>
              <a:t>lập</a:t>
            </a:r>
            <a:r>
              <a:rPr lang="en-US" sz="2000" dirty="0" smtClean="0"/>
              <a:t> </a:t>
            </a:r>
            <a:r>
              <a:rPr lang="en-US" sz="2000" dirty="0" err="1" smtClean="0"/>
              <a:t>trình</a:t>
            </a:r>
            <a:r>
              <a:rPr lang="en-US" sz="2000" dirty="0" smtClean="0"/>
              <a:t> </a:t>
            </a:r>
            <a:r>
              <a:rPr lang="en-US" sz="2000" dirty="0" err="1" smtClean="0"/>
              <a:t>được</a:t>
            </a:r>
            <a:r>
              <a:rPr lang="en-US" sz="2000" dirty="0" smtClean="0"/>
              <a:t> </a:t>
            </a:r>
            <a:r>
              <a:rPr lang="en-US" sz="2000" dirty="0" err="1" smtClean="0"/>
              <a:t>máy</a:t>
            </a:r>
            <a:r>
              <a:rPr lang="en-US" sz="2000" dirty="0" smtClean="0"/>
              <a:t> </a:t>
            </a:r>
            <a:r>
              <a:rPr lang="en-US" sz="2000" dirty="0" err="1" smtClean="0"/>
              <a:t>trợ</a:t>
            </a:r>
            <a:r>
              <a:rPr lang="en-US" sz="2000" dirty="0" smtClean="0"/>
              <a:t> </a:t>
            </a:r>
            <a:r>
              <a:rPr lang="en-US" sz="2000" dirty="0" err="1" smtClean="0"/>
              <a:t>thở</a:t>
            </a:r>
            <a:r>
              <a:rPr lang="en-US" sz="2000" dirty="0" smtClean="0"/>
              <a:t>, </a:t>
            </a:r>
            <a:r>
              <a:rPr lang="en-US" sz="2000" dirty="0" err="1" smtClean="0"/>
              <a:t>bên</a:t>
            </a:r>
            <a:r>
              <a:rPr lang="en-US" sz="2000" dirty="0" smtClean="0"/>
              <a:t> </a:t>
            </a:r>
            <a:r>
              <a:rPr lang="en-US" sz="2000" dirty="0" err="1" smtClean="0"/>
              <a:t>em</a:t>
            </a:r>
            <a:r>
              <a:rPr lang="en-US" sz="2000" dirty="0" smtClean="0"/>
              <a:t> </a:t>
            </a:r>
            <a:r>
              <a:rPr lang="en-US" sz="2000" dirty="0" err="1" smtClean="0"/>
              <a:t>đã</a:t>
            </a:r>
            <a:r>
              <a:rPr lang="en-US" sz="2000" dirty="0" smtClean="0"/>
              <a:t> </a:t>
            </a:r>
            <a:r>
              <a:rPr lang="en-US" sz="2000" dirty="0" err="1" smtClean="0"/>
              <a:t>quy</a:t>
            </a:r>
            <a:r>
              <a:rPr lang="en-US" sz="2000" dirty="0" smtClean="0"/>
              <a:t> </a:t>
            </a:r>
            <a:r>
              <a:rPr lang="en-US" sz="2000" dirty="0" err="1" smtClean="0"/>
              <a:t>ước</a:t>
            </a:r>
            <a:r>
              <a:rPr lang="en-US" sz="2000" dirty="0" smtClean="0"/>
              <a:t> </a:t>
            </a:r>
            <a:r>
              <a:rPr lang="en-US" sz="2000" dirty="0" err="1" smtClean="0"/>
              <a:t>như</a:t>
            </a:r>
            <a:r>
              <a:rPr lang="en-US" sz="2000" dirty="0" smtClean="0"/>
              <a:t> </a:t>
            </a:r>
            <a:r>
              <a:rPr lang="en-US" sz="2000" dirty="0" err="1" smtClean="0"/>
              <a:t>sau</a:t>
            </a:r>
            <a:r>
              <a:rPr lang="en-US" sz="2000" dirty="0" smtClean="0"/>
              <a:t>: - EN </a:t>
            </a:r>
            <a:r>
              <a:rPr lang="en-US" sz="2000" dirty="0" err="1" smtClean="0"/>
              <a:t>là</a:t>
            </a:r>
            <a:r>
              <a:rPr lang="en-US" sz="2000" dirty="0" smtClean="0"/>
              <a:t> P3 </a:t>
            </a:r>
            <a:r>
              <a:rPr lang="en-US" sz="2000" dirty="0" err="1" smtClean="0"/>
              <a:t>trên</a:t>
            </a:r>
            <a:r>
              <a:rPr lang="en-US" sz="2000" dirty="0" smtClean="0"/>
              <a:t> </a:t>
            </a:r>
            <a:r>
              <a:rPr lang="en-US" sz="2000" dirty="0" err="1" smtClean="0"/>
              <a:t>mạch</a:t>
            </a:r>
            <a:r>
              <a:rPr lang="en-US" sz="2000" dirty="0" smtClean="0"/>
              <a:t>; - VR </a:t>
            </a:r>
            <a:r>
              <a:rPr lang="en-US" sz="2000" dirty="0" err="1" smtClean="0"/>
              <a:t>là</a:t>
            </a:r>
            <a:r>
              <a:rPr lang="en-US" sz="2000" dirty="0" smtClean="0"/>
              <a:t> P2; Step </a:t>
            </a:r>
            <a:r>
              <a:rPr lang="en-US" sz="2000" dirty="0" err="1" smtClean="0"/>
              <a:t>là</a:t>
            </a:r>
            <a:r>
              <a:rPr lang="en-US" sz="2000" dirty="0" smtClean="0"/>
              <a:t> P0; </a:t>
            </a:r>
            <a:r>
              <a:rPr lang="en-US" sz="2000" dirty="0" err="1" smtClean="0"/>
              <a:t>Dir</a:t>
            </a:r>
            <a:r>
              <a:rPr lang="en-US" sz="2000" dirty="0" smtClean="0"/>
              <a:t> </a:t>
            </a:r>
            <a:r>
              <a:rPr lang="en-US" sz="2000" dirty="0" err="1" smtClean="0"/>
              <a:t>là</a:t>
            </a:r>
            <a:r>
              <a:rPr lang="en-US" sz="2000" dirty="0" smtClean="0"/>
              <a:t> P1 </a:t>
            </a:r>
            <a:r>
              <a:rPr lang="en-US" sz="2000" dirty="0" err="1" smtClean="0"/>
              <a:t>ngoài</a:t>
            </a:r>
            <a:r>
              <a:rPr lang="en-US" sz="2000" dirty="0" smtClean="0"/>
              <a:t> </a:t>
            </a:r>
            <a:r>
              <a:rPr lang="en-US" sz="2000" dirty="0" err="1" smtClean="0"/>
              <a:t>ra</a:t>
            </a:r>
            <a:r>
              <a:rPr lang="en-US" sz="2000" dirty="0" smtClean="0"/>
              <a:t> </a:t>
            </a:r>
            <a:r>
              <a:rPr lang="en-US" sz="2000" dirty="0" err="1" smtClean="0"/>
              <a:t>còn</a:t>
            </a:r>
            <a:r>
              <a:rPr lang="en-US" sz="2000" dirty="0" smtClean="0"/>
              <a:t> </a:t>
            </a:r>
            <a:r>
              <a:rPr lang="en-US" sz="2000" dirty="0" err="1" smtClean="0"/>
              <a:t>có</a:t>
            </a:r>
            <a:r>
              <a:rPr lang="en-US" sz="2000" dirty="0" smtClean="0"/>
              <a:t> </a:t>
            </a:r>
            <a:r>
              <a:rPr lang="en-US" sz="2000" dirty="0" err="1" smtClean="0"/>
              <a:t>một</a:t>
            </a:r>
            <a:r>
              <a:rPr lang="en-US" sz="2000" dirty="0" smtClean="0"/>
              <a:t> </a:t>
            </a:r>
            <a:r>
              <a:rPr lang="en-US" sz="2000" dirty="0" err="1" smtClean="0"/>
              <a:t>chân</a:t>
            </a:r>
            <a:r>
              <a:rPr lang="en-US" sz="2000" dirty="0" smtClean="0"/>
              <a:t> </a:t>
            </a:r>
            <a:r>
              <a:rPr lang="en-US" sz="2000" dirty="0" err="1" smtClean="0"/>
              <a:t>để</a:t>
            </a:r>
            <a:r>
              <a:rPr lang="en-US" sz="2000" dirty="0" smtClean="0"/>
              <a:t> </a:t>
            </a:r>
            <a:r>
              <a:rPr lang="en-US" sz="2000" dirty="0" err="1" smtClean="0"/>
              <a:t>chuyển</a:t>
            </a:r>
            <a:r>
              <a:rPr lang="en-US" sz="2000" dirty="0" smtClean="0"/>
              <a:t> </a:t>
            </a:r>
            <a:r>
              <a:rPr lang="en-US" sz="2000" dirty="0" err="1" smtClean="0"/>
              <a:t>trạng</a:t>
            </a:r>
            <a:r>
              <a:rPr lang="en-US" sz="2000" dirty="0" smtClean="0"/>
              <a:t> </a:t>
            </a:r>
            <a:r>
              <a:rPr lang="en-US" sz="2000" dirty="0" err="1" smtClean="0"/>
              <a:t>thái</a:t>
            </a:r>
            <a:r>
              <a:rPr lang="en-US" sz="2000" dirty="0" smtClean="0"/>
              <a:t> </a:t>
            </a:r>
            <a:r>
              <a:rPr lang="en-US" sz="2000" dirty="0" err="1" smtClean="0"/>
              <a:t>là</a:t>
            </a:r>
            <a:r>
              <a:rPr lang="en-US" sz="2000" dirty="0" smtClean="0"/>
              <a:t> P4( </a:t>
            </a:r>
            <a:r>
              <a:rPr lang="en-US" sz="2000" dirty="0" err="1" smtClean="0"/>
              <a:t>công</a:t>
            </a:r>
            <a:r>
              <a:rPr lang="en-US" sz="2000" dirty="0" smtClean="0"/>
              <a:t> </a:t>
            </a:r>
            <a:r>
              <a:rPr lang="en-US" sz="2000" dirty="0" err="1" smtClean="0"/>
              <a:t>tắc</a:t>
            </a:r>
            <a:r>
              <a:rPr lang="en-US" sz="2000" dirty="0" smtClean="0"/>
              <a:t> </a:t>
            </a:r>
            <a:r>
              <a:rPr lang="en-US" sz="2000" dirty="0" err="1" smtClean="0"/>
              <a:t>hành</a:t>
            </a:r>
            <a:r>
              <a:rPr lang="en-US" sz="2000" dirty="0" smtClean="0"/>
              <a:t> </a:t>
            </a:r>
            <a:r>
              <a:rPr lang="en-US" sz="2000" dirty="0" err="1" smtClean="0"/>
              <a:t>trình</a:t>
            </a:r>
            <a:r>
              <a:rPr lang="en-US" sz="2000" dirty="0" smtClean="0"/>
              <a:t>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186068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94" y="110836"/>
            <a:ext cx="9067800" cy="6781800"/>
          </a:xfrm>
        </p:spPr>
      </p:pic>
      <p:sp>
        <p:nvSpPr>
          <p:cNvPr id="4" name="TextBox 3"/>
          <p:cNvSpPr txBox="1"/>
          <p:nvPr/>
        </p:nvSpPr>
        <p:spPr>
          <a:xfrm>
            <a:off x="1778494" y="6019800"/>
            <a:ext cx="5638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spc="-150" dirty="0" err="1" smtClean="0">
                <a:solidFill>
                  <a:srgbClr val="FF0000"/>
                </a:solidFill>
              </a:rPr>
              <a:t>Hình</a:t>
            </a:r>
            <a:r>
              <a:rPr lang="en-US" sz="3200" b="1" spc="-150" dirty="0" smtClean="0">
                <a:solidFill>
                  <a:srgbClr val="FF0000"/>
                </a:solidFill>
              </a:rPr>
              <a:t> </a:t>
            </a:r>
            <a:r>
              <a:rPr lang="en-US" sz="3200" b="1" spc="-150" dirty="0" err="1" smtClean="0">
                <a:solidFill>
                  <a:srgbClr val="FF0000"/>
                </a:solidFill>
              </a:rPr>
              <a:t>ảnh</a:t>
            </a:r>
            <a:r>
              <a:rPr lang="en-US" sz="3200" b="1" spc="-150" dirty="0" smtClean="0">
                <a:solidFill>
                  <a:srgbClr val="FF0000"/>
                </a:solidFill>
              </a:rPr>
              <a:t> </a:t>
            </a:r>
            <a:r>
              <a:rPr lang="en-US" sz="3200" b="1" spc="-150" dirty="0" err="1" smtClean="0">
                <a:solidFill>
                  <a:srgbClr val="FF0000"/>
                </a:solidFill>
              </a:rPr>
              <a:t>về</a:t>
            </a:r>
            <a:r>
              <a:rPr lang="en-US" sz="3200" b="1" spc="-150" dirty="0" smtClean="0">
                <a:solidFill>
                  <a:srgbClr val="FF0000"/>
                </a:solidFill>
              </a:rPr>
              <a:t> </a:t>
            </a:r>
            <a:r>
              <a:rPr lang="en-US" sz="3200" b="1" spc="-150" dirty="0" err="1" smtClean="0">
                <a:solidFill>
                  <a:srgbClr val="FF0000"/>
                </a:solidFill>
              </a:rPr>
              <a:t>khối</a:t>
            </a:r>
            <a:r>
              <a:rPr lang="en-US" sz="3200" b="1" spc="-150" dirty="0" smtClean="0">
                <a:solidFill>
                  <a:srgbClr val="FF0000"/>
                </a:solidFill>
              </a:rPr>
              <a:t> On-start</a:t>
            </a:r>
            <a:endParaRPr lang="en-US" sz="3200" b="1" spc="-15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623942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97873" y="6326832"/>
            <a:ext cx="861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 smtClean="0">
                <a:solidFill>
                  <a:srgbClr val="00B0F0"/>
                </a:solidFill>
                <a:latin typeface="Arial Black" pitchFamily="34" charset="0"/>
              </a:rPr>
              <a:t>Hình</a:t>
            </a:r>
            <a:r>
              <a:rPr lang="en-US" sz="2400" b="1" dirty="0" smtClean="0">
                <a:solidFill>
                  <a:srgbClr val="00B0F0"/>
                </a:solidFill>
                <a:latin typeface="Arial Black" pitchFamily="34" charset="0"/>
              </a:rPr>
              <a:t> </a:t>
            </a:r>
            <a:r>
              <a:rPr lang="en-US" sz="2400" b="1" dirty="0" err="1" smtClean="0">
                <a:solidFill>
                  <a:srgbClr val="00B0F0"/>
                </a:solidFill>
                <a:latin typeface="Arial Black" pitchFamily="34" charset="0"/>
              </a:rPr>
              <a:t>ảnh</a:t>
            </a:r>
            <a:r>
              <a:rPr lang="en-US" sz="2400" b="1" dirty="0" smtClean="0">
                <a:solidFill>
                  <a:srgbClr val="00B0F0"/>
                </a:solidFill>
                <a:latin typeface="Arial Black" pitchFamily="34" charset="0"/>
              </a:rPr>
              <a:t> </a:t>
            </a:r>
            <a:r>
              <a:rPr lang="en-US" sz="2400" b="1" dirty="0" err="1" smtClean="0">
                <a:solidFill>
                  <a:srgbClr val="00B0F0"/>
                </a:solidFill>
                <a:latin typeface="Arial Black" pitchFamily="34" charset="0"/>
              </a:rPr>
              <a:t>về</a:t>
            </a:r>
            <a:r>
              <a:rPr lang="en-US" sz="2400" b="1" dirty="0" smtClean="0">
                <a:solidFill>
                  <a:srgbClr val="00B0F0"/>
                </a:solidFill>
                <a:latin typeface="Arial Black" pitchFamily="34" charset="0"/>
              </a:rPr>
              <a:t> function </a:t>
            </a:r>
            <a:r>
              <a:rPr lang="en-US" sz="2400" b="1" dirty="0" err="1" smtClean="0">
                <a:solidFill>
                  <a:srgbClr val="00B0F0"/>
                </a:solidFill>
                <a:latin typeface="Arial Black" pitchFamily="34" charset="0"/>
              </a:rPr>
              <a:t>bóp</a:t>
            </a:r>
            <a:r>
              <a:rPr lang="en-US" sz="2400" b="1" dirty="0" smtClean="0">
                <a:solidFill>
                  <a:srgbClr val="00B0F0"/>
                </a:solidFill>
                <a:latin typeface="Arial Black" pitchFamily="34" charset="0"/>
              </a:rPr>
              <a:t> hay </a:t>
            </a:r>
            <a:r>
              <a:rPr lang="en-US" sz="2400" b="1" dirty="0" err="1" smtClean="0">
                <a:solidFill>
                  <a:srgbClr val="00B0F0"/>
                </a:solidFill>
                <a:latin typeface="Arial Black" pitchFamily="34" charset="0"/>
              </a:rPr>
              <a:t>chương</a:t>
            </a:r>
            <a:r>
              <a:rPr lang="en-US" sz="2400" b="1" dirty="0" smtClean="0">
                <a:solidFill>
                  <a:srgbClr val="00B0F0"/>
                </a:solidFill>
                <a:latin typeface="Arial Black" pitchFamily="34" charset="0"/>
              </a:rPr>
              <a:t> </a:t>
            </a:r>
            <a:r>
              <a:rPr lang="en-US" sz="2400" b="1" dirty="0" err="1" smtClean="0">
                <a:solidFill>
                  <a:srgbClr val="00B0F0"/>
                </a:solidFill>
                <a:latin typeface="Arial Black" pitchFamily="34" charset="0"/>
              </a:rPr>
              <a:t>trình</a:t>
            </a:r>
            <a:r>
              <a:rPr lang="en-US" sz="2400" b="1" dirty="0" smtClean="0">
                <a:solidFill>
                  <a:srgbClr val="00B0F0"/>
                </a:solidFill>
                <a:latin typeface="Arial Black" pitchFamily="34" charset="0"/>
              </a:rPr>
              <a:t> </a:t>
            </a:r>
            <a:r>
              <a:rPr lang="en-US" sz="2400" b="1" dirty="0" err="1" smtClean="0">
                <a:solidFill>
                  <a:srgbClr val="00B0F0"/>
                </a:solidFill>
                <a:latin typeface="Arial Black" pitchFamily="34" charset="0"/>
              </a:rPr>
              <a:t>bóp</a:t>
            </a:r>
            <a:endParaRPr lang="en-US" sz="2400" b="1" dirty="0">
              <a:solidFill>
                <a:srgbClr val="00B0F0"/>
              </a:solidFill>
              <a:latin typeface="Arial Black" pitchFamily="34" charset="0"/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" y="76200"/>
            <a:ext cx="8756072" cy="6250632"/>
          </a:xfrm>
        </p:spPr>
      </p:pic>
    </p:spTree>
    <p:extLst>
      <p:ext uri="{BB962C8B-B14F-4D97-AF65-F5344CB8AC3E}">
        <p14:creationId xmlns:p14="http://schemas.microsoft.com/office/powerpoint/2010/main" val="24795591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2400"/>
            <a:ext cx="8686800" cy="5867400"/>
          </a:xfrm>
        </p:spPr>
      </p:pic>
      <p:sp>
        <p:nvSpPr>
          <p:cNvPr id="6" name="TextBox 5"/>
          <p:cNvSpPr txBox="1"/>
          <p:nvPr/>
        </p:nvSpPr>
        <p:spPr>
          <a:xfrm>
            <a:off x="990600" y="5976003"/>
            <a:ext cx="655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 smtClean="0">
                <a:solidFill>
                  <a:srgbClr val="00B0F0"/>
                </a:solidFill>
              </a:rPr>
              <a:t>Hình</a:t>
            </a:r>
            <a:r>
              <a:rPr lang="en-US" sz="2400" b="1" dirty="0" smtClean="0">
                <a:solidFill>
                  <a:srgbClr val="00B0F0"/>
                </a:solidFill>
              </a:rPr>
              <a:t> </a:t>
            </a:r>
            <a:r>
              <a:rPr lang="en-US" sz="2400" b="1" dirty="0" err="1" smtClean="0">
                <a:solidFill>
                  <a:srgbClr val="00B0F0"/>
                </a:solidFill>
              </a:rPr>
              <a:t>ảnh</a:t>
            </a:r>
            <a:r>
              <a:rPr lang="en-US" sz="2400" b="1" dirty="0" smtClean="0">
                <a:solidFill>
                  <a:srgbClr val="00B0F0"/>
                </a:solidFill>
              </a:rPr>
              <a:t> </a:t>
            </a:r>
            <a:r>
              <a:rPr lang="en-US" sz="2400" b="1" dirty="0" err="1" smtClean="0">
                <a:solidFill>
                  <a:srgbClr val="00B0F0"/>
                </a:solidFill>
              </a:rPr>
              <a:t>về</a:t>
            </a:r>
            <a:r>
              <a:rPr lang="en-US" sz="2400" b="1" dirty="0" smtClean="0">
                <a:solidFill>
                  <a:srgbClr val="00B0F0"/>
                </a:solidFill>
              </a:rPr>
              <a:t> </a:t>
            </a:r>
            <a:r>
              <a:rPr lang="en-US" sz="2400" b="1" dirty="0" err="1" smtClean="0">
                <a:solidFill>
                  <a:srgbClr val="00B0F0"/>
                </a:solidFill>
              </a:rPr>
              <a:t>funcion</a:t>
            </a:r>
            <a:r>
              <a:rPr lang="en-US" sz="2400" b="1" dirty="0" smtClean="0">
                <a:solidFill>
                  <a:srgbClr val="00B0F0"/>
                </a:solidFill>
              </a:rPr>
              <a:t> </a:t>
            </a:r>
            <a:r>
              <a:rPr lang="en-US" sz="2400" b="1" dirty="0" err="1" smtClean="0">
                <a:solidFill>
                  <a:srgbClr val="00B0F0"/>
                </a:solidFill>
              </a:rPr>
              <a:t>mở</a:t>
            </a:r>
            <a:r>
              <a:rPr lang="en-US" sz="2400" b="1" dirty="0" smtClean="0">
                <a:solidFill>
                  <a:srgbClr val="00B0F0"/>
                </a:solidFill>
              </a:rPr>
              <a:t> hay </a:t>
            </a:r>
            <a:r>
              <a:rPr lang="en-US" sz="2400" b="1" dirty="0" err="1" smtClean="0">
                <a:solidFill>
                  <a:srgbClr val="00B0F0"/>
                </a:solidFill>
              </a:rPr>
              <a:t>chương</a:t>
            </a:r>
            <a:r>
              <a:rPr lang="en-US" sz="2400" b="1" dirty="0" smtClean="0">
                <a:solidFill>
                  <a:srgbClr val="00B0F0"/>
                </a:solidFill>
              </a:rPr>
              <a:t> </a:t>
            </a:r>
            <a:r>
              <a:rPr lang="en-US" sz="2400" b="1" dirty="0" err="1" smtClean="0">
                <a:solidFill>
                  <a:srgbClr val="00B0F0"/>
                </a:solidFill>
              </a:rPr>
              <a:t>trình</a:t>
            </a:r>
            <a:r>
              <a:rPr lang="en-US" sz="2400" b="1" dirty="0" smtClean="0">
                <a:solidFill>
                  <a:srgbClr val="00B0F0"/>
                </a:solidFill>
              </a:rPr>
              <a:t> </a:t>
            </a:r>
            <a:r>
              <a:rPr lang="en-US" sz="2400" b="1" dirty="0" err="1" smtClean="0">
                <a:solidFill>
                  <a:srgbClr val="00B0F0"/>
                </a:solidFill>
              </a:rPr>
              <a:t>mở</a:t>
            </a:r>
            <a:endParaRPr lang="en-US" sz="24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53421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76200"/>
            <a:ext cx="8686800" cy="5973763"/>
          </a:xfrm>
        </p:spPr>
      </p:pic>
      <p:sp>
        <p:nvSpPr>
          <p:cNvPr id="8" name="TextBox 7"/>
          <p:cNvSpPr txBox="1"/>
          <p:nvPr/>
        </p:nvSpPr>
        <p:spPr>
          <a:xfrm>
            <a:off x="2057400" y="6172200"/>
            <a:ext cx="502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 smtClean="0">
                <a:solidFill>
                  <a:srgbClr val="00B0F0"/>
                </a:solidFill>
              </a:rPr>
              <a:t>Chương</a:t>
            </a:r>
            <a:r>
              <a:rPr lang="en-US" sz="2400" b="1" dirty="0" smtClean="0">
                <a:solidFill>
                  <a:srgbClr val="00B0F0"/>
                </a:solidFill>
              </a:rPr>
              <a:t> </a:t>
            </a:r>
            <a:r>
              <a:rPr lang="en-US" sz="2400" b="1" dirty="0" err="1" smtClean="0">
                <a:solidFill>
                  <a:srgbClr val="00B0F0"/>
                </a:solidFill>
              </a:rPr>
              <a:t>trình</a:t>
            </a:r>
            <a:r>
              <a:rPr lang="en-US" sz="2400" b="1" dirty="0" smtClean="0">
                <a:solidFill>
                  <a:srgbClr val="00B0F0"/>
                </a:solidFill>
              </a:rPr>
              <a:t> </a:t>
            </a:r>
            <a:r>
              <a:rPr lang="en-US" sz="2400" b="1" dirty="0" err="1" smtClean="0">
                <a:solidFill>
                  <a:srgbClr val="00B0F0"/>
                </a:solidFill>
              </a:rPr>
              <a:t>cơ</a:t>
            </a:r>
            <a:r>
              <a:rPr lang="en-US" sz="2400" b="1" dirty="0" smtClean="0">
                <a:solidFill>
                  <a:srgbClr val="00B0F0"/>
                </a:solidFill>
              </a:rPr>
              <a:t> </a:t>
            </a:r>
            <a:r>
              <a:rPr lang="en-US" sz="2400" b="1" dirty="0" err="1" smtClean="0">
                <a:solidFill>
                  <a:srgbClr val="00B0F0"/>
                </a:solidFill>
              </a:rPr>
              <a:t>bản</a:t>
            </a:r>
            <a:r>
              <a:rPr lang="en-US" sz="2400" b="1" dirty="0" smtClean="0">
                <a:solidFill>
                  <a:srgbClr val="00B0F0"/>
                </a:solidFill>
              </a:rPr>
              <a:t> </a:t>
            </a:r>
            <a:r>
              <a:rPr lang="en-US" sz="2400" b="1" dirty="0" err="1" smtClean="0">
                <a:solidFill>
                  <a:srgbClr val="00B0F0"/>
                </a:solidFill>
              </a:rPr>
              <a:t>nhất</a:t>
            </a:r>
            <a:endParaRPr lang="en-US" sz="24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7169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</a:t>
            </a:r>
            <a:r>
              <a:rPr lang="en-US" dirty="0" err="1" smtClean="0"/>
              <a:t>nho</a:t>
            </a:r>
            <a:r>
              <a:rPr lang="en-US" dirty="0" smtClean="0"/>
              <a:t> </a:t>
            </a:r>
            <a:r>
              <a:rPr lang="en-US" dirty="0" err="1" smtClean="0"/>
              <a:t>nhỏ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i="1" spc="-150" dirty="0" err="1" smtClean="0">
                <a:solidFill>
                  <a:srgbClr val="00B0F0"/>
                </a:solidFill>
              </a:rPr>
              <a:t>Đúng</a:t>
            </a:r>
            <a:r>
              <a:rPr lang="en-US" sz="2800" i="1" spc="-150" dirty="0" smtClean="0">
                <a:solidFill>
                  <a:srgbClr val="00B0F0"/>
                </a:solidFill>
              </a:rPr>
              <a:t> </a:t>
            </a:r>
            <a:r>
              <a:rPr lang="en-US" sz="2800" i="1" spc="-150" dirty="0" err="1" smtClean="0">
                <a:solidFill>
                  <a:srgbClr val="00B0F0"/>
                </a:solidFill>
              </a:rPr>
              <a:t>với</a:t>
            </a:r>
            <a:r>
              <a:rPr lang="en-US" sz="2800" i="1" spc="-150" dirty="0" smtClean="0">
                <a:solidFill>
                  <a:srgbClr val="00B0F0"/>
                </a:solidFill>
              </a:rPr>
              <a:t> </a:t>
            </a:r>
            <a:r>
              <a:rPr lang="en-US" sz="2800" i="1" spc="-150" dirty="0" err="1" smtClean="0">
                <a:solidFill>
                  <a:srgbClr val="00B0F0"/>
                </a:solidFill>
              </a:rPr>
              <a:t>tinh</a:t>
            </a:r>
            <a:r>
              <a:rPr lang="en-US" sz="2800" i="1" spc="-150" dirty="0" smtClean="0">
                <a:solidFill>
                  <a:srgbClr val="00B0F0"/>
                </a:solidFill>
              </a:rPr>
              <a:t> </a:t>
            </a:r>
            <a:r>
              <a:rPr lang="en-US" sz="2800" i="1" spc="-150" dirty="0" err="1" smtClean="0">
                <a:solidFill>
                  <a:srgbClr val="00B0F0"/>
                </a:solidFill>
              </a:rPr>
              <a:t>thần</a:t>
            </a:r>
            <a:r>
              <a:rPr lang="en-US" sz="2800" i="1" spc="-150" dirty="0" smtClean="0">
                <a:solidFill>
                  <a:srgbClr val="00B0F0"/>
                </a:solidFill>
              </a:rPr>
              <a:t> “</a:t>
            </a:r>
            <a:r>
              <a:rPr lang="en-US" sz="2800" i="1" spc="-150" dirty="0" err="1" smtClean="0">
                <a:solidFill>
                  <a:srgbClr val="00B0F0"/>
                </a:solidFill>
              </a:rPr>
              <a:t>học</a:t>
            </a:r>
            <a:r>
              <a:rPr lang="en-US" sz="2800" i="1" spc="-150" dirty="0" smtClean="0">
                <a:solidFill>
                  <a:srgbClr val="00B0F0"/>
                </a:solidFill>
              </a:rPr>
              <a:t> </a:t>
            </a:r>
            <a:r>
              <a:rPr lang="en-US" sz="2800" i="1" spc="-150" dirty="0" err="1" smtClean="0">
                <a:solidFill>
                  <a:srgbClr val="00B0F0"/>
                </a:solidFill>
              </a:rPr>
              <a:t>đi</a:t>
            </a:r>
            <a:r>
              <a:rPr lang="en-US" sz="2800" i="1" spc="-150" dirty="0" smtClean="0">
                <a:solidFill>
                  <a:srgbClr val="00B0F0"/>
                </a:solidFill>
              </a:rPr>
              <a:t> </a:t>
            </a:r>
            <a:r>
              <a:rPr lang="en-US" sz="2800" i="1" spc="-150" dirty="0" err="1" smtClean="0">
                <a:solidFill>
                  <a:srgbClr val="00B0F0"/>
                </a:solidFill>
              </a:rPr>
              <a:t>đôi</a:t>
            </a:r>
            <a:r>
              <a:rPr lang="en-US" sz="2800" i="1" spc="-150" dirty="0" smtClean="0">
                <a:solidFill>
                  <a:srgbClr val="00B0F0"/>
                </a:solidFill>
              </a:rPr>
              <a:t> </a:t>
            </a:r>
            <a:r>
              <a:rPr lang="en-US" sz="2800" i="1" spc="-150" dirty="0" err="1" smtClean="0">
                <a:solidFill>
                  <a:srgbClr val="00B0F0"/>
                </a:solidFill>
              </a:rPr>
              <a:t>với</a:t>
            </a:r>
            <a:r>
              <a:rPr lang="en-US" sz="2800" i="1" spc="-150" dirty="0" smtClean="0">
                <a:solidFill>
                  <a:srgbClr val="00B0F0"/>
                </a:solidFill>
              </a:rPr>
              <a:t> </a:t>
            </a:r>
            <a:r>
              <a:rPr lang="en-US" sz="2800" i="1" spc="-150" dirty="0" err="1" smtClean="0">
                <a:solidFill>
                  <a:srgbClr val="00B0F0"/>
                </a:solidFill>
              </a:rPr>
              <a:t>hành</a:t>
            </a:r>
            <a:r>
              <a:rPr lang="en-US" sz="2800" i="1" spc="-150" dirty="0" smtClean="0">
                <a:solidFill>
                  <a:srgbClr val="00B0F0"/>
                </a:solidFill>
              </a:rPr>
              <a:t>” </a:t>
            </a:r>
            <a:r>
              <a:rPr lang="en-US" sz="2800" i="1" spc="-150" dirty="0" err="1">
                <a:solidFill>
                  <a:srgbClr val="00B0F0"/>
                </a:solidFill>
              </a:rPr>
              <a:t>n</a:t>
            </a:r>
            <a:r>
              <a:rPr lang="en-US" sz="2800" i="1" spc="-150" dirty="0" err="1" smtClean="0">
                <a:solidFill>
                  <a:srgbClr val="00B0F0"/>
                </a:solidFill>
              </a:rPr>
              <a:t>ên</a:t>
            </a:r>
            <a:r>
              <a:rPr lang="en-US" sz="2800" i="1" spc="-150" dirty="0" smtClean="0">
                <a:solidFill>
                  <a:srgbClr val="00B0F0"/>
                </a:solidFill>
              </a:rPr>
              <a:t> </a:t>
            </a:r>
            <a:r>
              <a:rPr lang="en-US" sz="2800" i="1" spc="-150" dirty="0" err="1" smtClean="0">
                <a:solidFill>
                  <a:srgbClr val="00B0F0"/>
                </a:solidFill>
              </a:rPr>
              <a:t>hôm</a:t>
            </a:r>
            <a:r>
              <a:rPr lang="en-US" sz="2800" i="1" spc="-150" dirty="0" smtClean="0">
                <a:solidFill>
                  <a:srgbClr val="00B0F0"/>
                </a:solidFill>
              </a:rPr>
              <a:t> nay </a:t>
            </a:r>
            <a:r>
              <a:rPr lang="en-US" sz="2800" i="1" spc="-150" dirty="0" err="1" smtClean="0">
                <a:solidFill>
                  <a:srgbClr val="00B0F0"/>
                </a:solidFill>
              </a:rPr>
              <a:t>bên</a:t>
            </a:r>
            <a:r>
              <a:rPr lang="en-US" sz="2800" i="1" spc="-150" dirty="0" smtClean="0">
                <a:solidFill>
                  <a:srgbClr val="00B0F0"/>
                </a:solidFill>
              </a:rPr>
              <a:t> </a:t>
            </a:r>
            <a:r>
              <a:rPr lang="en-US" sz="2800" i="1" spc="-150" dirty="0" err="1" smtClean="0">
                <a:solidFill>
                  <a:srgbClr val="00B0F0"/>
                </a:solidFill>
              </a:rPr>
              <a:t>cạnh</a:t>
            </a:r>
            <a:r>
              <a:rPr lang="en-US" sz="2800" i="1" spc="-150" dirty="0" smtClean="0">
                <a:solidFill>
                  <a:srgbClr val="00B0F0"/>
                </a:solidFill>
              </a:rPr>
              <a:t> </a:t>
            </a:r>
            <a:r>
              <a:rPr lang="en-US" sz="2800" i="1" spc="-150" dirty="0" err="1" smtClean="0">
                <a:solidFill>
                  <a:srgbClr val="00B0F0"/>
                </a:solidFill>
              </a:rPr>
              <a:t>việc</a:t>
            </a:r>
            <a:r>
              <a:rPr lang="en-US" sz="2800" i="1" spc="-150" dirty="0" smtClean="0">
                <a:solidFill>
                  <a:srgbClr val="00B0F0"/>
                </a:solidFill>
              </a:rPr>
              <a:t> </a:t>
            </a:r>
            <a:r>
              <a:rPr lang="en-US" sz="2800" i="1" spc="-150" dirty="0" err="1" smtClean="0">
                <a:solidFill>
                  <a:srgbClr val="00B0F0"/>
                </a:solidFill>
              </a:rPr>
              <a:t>học</a:t>
            </a:r>
            <a:r>
              <a:rPr lang="en-US" sz="2800" i="1" spc="-150" dirty="0" smtClean="0">
                <a:solidFill>
                  <a:srgbClr val="00B0F0"/>
                </a:solidFill>
              </a:rPr>
              <a:t> </a:t>
            </a:r>
            <a:r>
              <a:rPr lang="en-US" sz="2800" i="1" spc="-150" dirty="0" err="1" smtClean="0">
                <a:solidFill>
                  <a:srgbClr val="00B0F0"/>
                </a:solidFill>
              </a:rPr>
              <a:t>không</a:t>
            </a:r>
            <a:r>
              <a:rPr lang="en-US" sz="2800" i="1" spc="-150" dirty="0" smtClean="0">
                <a:solidFill>
                  <a:srgbClr val="00B0F0"/>
                </a:solidFill>
              </a:rPr>
              <a:t>, </a:t>
            </a:r>
            <a:r>
              <a:rPr lang="en-US" sz="2800" i="1" spc="-150" dirty="0" err="1" smtClean="0">
                <a:solidFill>
                  <a:srgbClr val="00B0F0"/>
                </a:solidFill>
              </a:rPr>
              <a:t>bên</a:t>
            </a:r>
            <a:r>
              <a:rPr lang="en-US" sz="2800" i="1" spc="-150" dirty="0" smtClean="0">
                <a:solidFill>
                  <a:srgbClr val="00B0F0"/>
                </a:solidFill>
              </a:rPr>
              <a:t> </a:t>
            </a:r>
            <a:r>
              <a:rPr lang="en-US" sz="2800" i="1" spc="-150" dirty="0" err="1" smtClean="0">
                <a:solidFill>
                  <a:srgbClr val="00B0F0"/>
                </a:solidFill>
              </a:rPr>
              <a:t>em</a:t>
            </a:r>
            <a:r>
              <a:rPr lang="en-US" sz="2800" i="1" spc="-150" dirty="0" smtClean="0">
                <a:solidFill>
                  <a:srgbClr val="00B0F0"/>
                </a:solidFill>
              </a:rPr>
              <a:t> </a:t>
            </a:r>
            <a:r>
              <a:rPr lang="en-US" sz="2800" i="1" spc="-150" dirty="0" err="1" smtClean="0">
                <a:solidFill>
                  <a:srgbClr val="00B0F0"/>
                </a:solidFill>
              </a:rPr>
              <a:t>sẽ</a:t>
            </a:r>
            <a:r>
              <a:rPr lang="en-US" sz="2800" i="1" spc="-150" dirty="0" smtClean="0">
                <a:solidFill>
                  <a:srgbClr val="00B0F0"/>
                </a:solidFill>
              </a:rPr>
              <a:t> </a:t>
            </a:r>
            <a:r>
              <a:rPr lang="en-US" sz="2800" i="1" spc="-150" dirty="0" err="1" smtClean="0">
                <a:solidFill>
                  <a:srgbClr val="00B0F0"/>
                </a:solidFill>
              </a:rPr>
              <a:t>đưa</a:t>
            </a:r>
            <a:r>
              <a:rPr lang="en-US" sz="2800" i="1" spc="-150" dirty="0" smtClean="0">
                <a:solidFill>
                  <a:srgbClr val="00B0F0"/>
                </a:solidFill>
              </a:rPr>
              <a:t> </a:t>
            </a:r>
            <a:r>
              <a:rPr lang="en-US" sz="2800" i="1" spc="-150" dirty="0" err="1" smtClean="0">
                <a:solidFill>
                  <a:srgbClr val="00B0F0"/>
                </a:solidFill>
              </a:rPr>
              <a:t>ra</a:t>
            </a:r>
            <a:r>
              <a:rPr lang="en-US" sz="2800" i="1" spc="-150" dirty="0" smtClean="0">
                <a:solidFill>
                  <a:srgbClr val="00B0F0"/>
                </a:solidFill>
              </a:rPr>
              <a:t> </a:t>
            </a:r>
            <a:r>
              <a:rPr lang="en-US" sz="2800" i="1" spc="-150" dirty="0" err="1" smtClean="0">
                <a:solidFill>
                  <a:srgbClr val="00B0F0"/>
                </a:solidFill>
              </a:rPr>
              <a:t>một</a:t>
            </a:r>
            <a:r>
              <a:rPr lang="en-US" sz="2800" i="1" spc="-150" dirty="0" smtClean="0">
                <a:solidFill>
                  <a:srgbClr val="00B0F0"/>
                </a:solidFill>
              </a:rPr>
              <a:t> </a:t>
            </a:r>
            <a:r>
              <a:rPr lang="en-US" sz="2800" i="1" spc="-150" dirty="0" err="1" smtClean="0">
                <a:solidFill>
                  <a:srgbClr val="00B0F0"/>
                </a:solidFill>
              </a:rPr>
              <a:t>số</a:t>
            </a:r>
            <a:r>
              <a:rPr lang="en-US" sz="2800" i="1" spc="-150" dirty="0" smtClean="0">
                <a:solidFill>
                  <a:srgbClr val="00B0F0"/>
                </a:solidFill>
              </a:rPr>
              <a:t> </a:t>
            </a:r>
            <a:r>
              <a:rPr lang="en-US" sz="2800" i="1" spc="-150" dirty="0" err="1" smtClean="0">
                <a:solidFill>
                  <a:srgbClr val="00B0F0"/>
                </a:solidFill>
              </a:rPr>
              <a:t>bài</a:t>
            </a:r>
            <a:r>
              <a:rPr lang="en-US" sz="2800" i="1" spc="-150" dirty="0" smtClean="0">
                <a:solidFill>
                  <a:srgbClr val="00B0F0"/>
                </a:solidFill>
              </a:rPr>
              <a:t> </a:t>
            </a:r>
            <a:r>
              <a:rPr lang="en-US" sz="2800" i="1" spc="-150" dirty="0" err="1" smtClean="0">
                <a:solidFill>
                  <a:srgbClr val="00B0F0"/>
                </a:solidFill>
              </a:rPr>
              <a:t>tập</a:t>
            </a:r>
            <a:r>
              <a:rPr lang="en-US" sz="2800" i="1" spc="-150" dirty="0" smtClean="0">
                <a:solidFill>
                  <a:srgbClr val="00B0F0"/>
                </a:solidFill>
              </a:rPr>
              <a:t>  </a:t>
            </a:r>
            <a:r>
              <a:rPr lang="en-US" sz="2800" i="1" spc="-150" dirty="0" err="1" smtClean="0">
                <a:solidFill>
                  <a:srgbClr val="00B0F0"/>
                </a:solidFill>
              </a:rPr>
              <a:t>sau</a:t>
            </a:r>
            <a:r>
              <a:rPr lang="en-US" sz="2800" i="1" spc="-150" dirty="0" smtClean="0">
                <a:solidFill>
                  <a:srgbClr val="00B0F0"/>
                </a:solidFill>
              </a:rPr>
              <a:t>:</a:t>
            </a:r>
          </a:p>
          <a:p>
            <a:r>
              <a:rPr lang="en-US" sz="2000" dirty="0" smtClean="0"/>
              <a:t>1: </a:t>
            </a:r>
            <a:r>
              <a:rPr lang="en-US" sz="2000" dirty="0" err="1" smtClean="0"/>
              <a:t>Nhấn</a:t>
            </a:r>
            <a:r>
              <a:rPr lang="en-US" sz="2000" dirty="0" smtClean="0"/>
              <a:t> </a:t>
            </a:r>
            <a:r>
              <a:rPr lang="en-US" sz="2000" dirty="0" err="1" smtClean="0"/>
              <a:t>nút</a:t>
            </a:r>
            <a:r>
              <a:rPr lang="en-US" sz="2000" dirty="0" smtClean="0"/>
              <a:t> A </a:t>
            </a:r>
            <a:r>
              <a:rPr lang="en-US" sz="2000" dirty="0" err="1" smtClean="0"/>
              <a:t>thì</a:t>
            </a:r>
            <a:r>
              <a:rPr lang="en-US" sz="2000" dirty="0" smtClean="0"/>
              <a:t> </a:t>
            </a:r>
            <a:r>
              <a:rPr lang="en-US" sz="2000" dirty="0" err="1" smtClean="0"/>
              <a:t>thực</a:t>
            </a:r>
            <a:r>
              <a:rPr lang="en-US" sz="2000" dirty="0" smtClean="0"/>
              <a:t> </a:t>
            </a:r>
            <a:r>
              <a:rPr lang="en-US" sz="2000" dirty="0" err="1" smtClean="0"/>
              <a:t>hiện</a:t>
            </a:r>
            <a:r>
              <a:rPr lang="en-US" sz="2000" dirty="0" smtClean="0"/>
              <a:t> </a:t>
            </a:r>
            <a:r>
              <a:rPr lang="en-US" sz="2000" dirty="0" err="1" smtClean="0"/>
              <a:t>hành</a:t>
            </a:r>
            <a:r>
              <a:rPr lang="en-US" sz="2000" dirty="0" smtClean="0"/>
              <a:t> </a:t>
            </a:r>
            <a:r>
              <a:rPr lang="en-US" sz="2000" dirty="0" err="1" smtClean="0"/>
              <a:t>động</a:t>
            </a:r>
            <a:r>
              <a:rPr lang="en-US" sz="2000" dirty="0" smtClean="0"/>
              <a:t> </a:t>
            </a:r>
            <a:r>
              <a:rPr lang="en-US" sz="2000" dirty="0" err="1" smtClean="0"/>
              <a:t>bóp</a:t>
            </a:r>
            <a:r>
              <a:rPr lang="en-US" sz="2000" dirty="0" smtClean="0"/>
              <a:t> – </a:t>
            </a:r>
            <a:r>
              <a:rPr lang="en-US" sz="2000" dirty="0" err="1" smtClean="0"/>
              <a:t>Nút</a:t>
            </a:r>
            <a:r>
              <a:rPr lang="en-US" sz="2000" dirty="0" smtClean="0"/>
              <a:t> B </a:t>
            </a:r>
            <a:r>
              <a:rPr lang="en-US" sz="2000" dirty="0" err="1" smtClean="0"/>
              <a:t>thì</a:t>
            </a:r>
            <a:r>
              <a:rPr lang="en-US" sz="2000" dirty="0" smtClean="0"/>
              <a:t> </a:t>
            </a:r>
            <a:r>
              <a:rPr lang="en-US" sz="2000" dirty="0" err="1" smtClean="0"/>
              <a:t>thực</a:t>
            </a:r>
            <a:r>
              <a:rPr lang="en-US" sz="2000" dirty="0" smtClean="0"/>
              <a:t> </a:t>
            </a:r>
            <a:r>
              <a:rPr lang="en-US" sz="2000" dirty="0" err="1" smtClean="0"/>
              <a:t>hiện</a:t>
            </a:r>
            <a:r>
              <a:rPr lang="en-US" sz="2000" dirty="0" smtClean="0"/>
              <a:t> </a:t>
            </a:r>
            <a:r>
              <a:rPr lang="en-US" sz="2000" dirty="0" err="1" smtClean="0"/>
              <a:t>hành</a:t>
            </a:r>
            <a:r>
              <a:rPr lang="en-US" sz="2000" dirty="0" smtClean="0"/>
              <a:t> </a:t>
            </a:r>
            <a:r>
              <a:rPr lang="en-US" sz="2000" dirty="0" err="1" smtClean="0"/>
              <a:t>động</a:t>
            </a:r>
            <a:r>
              <a:rPr lang="en-US" sz="2000" dirty="0" smtClean="0"/>
              <a:t> </a:t>
            </a:r>
            <a:r>
              <a:rPr lang="en-US" sz="2000" dirty="0" err="1" smtClean="0"/>
              <a:t>mở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2: </a:t>
            </a:r>
            <a:r>
              <a:rPr lang="en-US" sz="2000" dirty="0" err="1" smtClean="0"/>
              <a:t>Vẫn</a:t>
            </a:r>
            <a:r>
              <a:rPr lang="en-US" sz="2000" dirty="0" smtClean="0"/>
              <a:t> </a:t>
            </a:r>
            <a:r>
              <a:rPr lang="en-US" sz="2000" dirty="0" err="1" smtClean="0"/>
              <a:t>tiếp</a:t>
            </a:r>
            <a:r>
              <a:rPr lang="en-US" sz="2000" dirty="0" smtClean="0"/>
              <a:t> </a:t>
            </a:r>
            <a:r>
              <a:rPr lang="en-US" sz="2000" dirty="0" err="1" smtClean="0"/>
              <a:t>tục</a:t>
            </a:r>
            <a:r>
              <a:rPr lang="en-US" sz="2000" dirty="0" smtClean="0"/>
              <a:t> ý </a:t>
            </a:r>
            <a:r>
              <a:rPr lang="en-US" sz="2000" dirty="0" err="1" smtClean="0"/>
              <a:t>tưởng</a:t>
            </a:r>
            <a:r>
              <a:rPr lang="en-US" sz="2000" dirty="0" smtClean="0"/>
              <a:t> </a:t>
            </a:r>
            <a:r>
              <a:rPr lang="en-US" sz="2000" dirty="0" err="1" smtClean="0"/>
              <a:t>với</a:t>
            </a:r>
            <a:r>
              <a:rPr lang="en-US" sz="2000" dirty="0" smtClean="0"/>
              <a:t> </a:t>
            </a:r>
            <a:r>
              <a:rPr lang="en-US" sz="2000" dirty="0" err="1" smtClean="0"/>
              <a:t>nút</a:t>
            </a:r>
            <a:r>
              <a:rPr lang="en-US" sz="2000" dirty="0" smtClean="0"/>
              <a:t> A </a:t>
            </a:r>
            <a:r>
              <a:rPr lang="en-US" sz="2000" dirty="0" err="1" smtClean="0"/>
              <a:t>và</a:t>
            </a:r>
            <a:r>
              <a:rPr lang="en-US" sz="2000" dirty="0" smtClean="0"/>
              <a:t> </a:t>
            </a:r>
            <a:r>
              <a:rPr lang="en-US" sz="2000" dirty="0" err="1" smtClean="0"/>
              <a:t>nút</a:t>
            </a:r>
            <a:r>
              <a:rPr lang="en-US" sz="2000" dirty="0" smtClean="0"/>
              <a:t> B </a:t>
            </a:r>
            <a:r>
              <a:rPr lang="en-US" sz="2000" dirty="0" err="1" smtClean="0"/>
              <a:t>nhưng</a:t>
            </a:r>
            <a:r>
              <a:rPr lang="en-US" sz="2000" dirty="0" smtClean="0"/>
              <a:t> </a:t>
            </a:r>
            <a:r>
              <a:rPr lang="en-US" sz="2000" dirty="0" err="1" smtClean="0"/>
              <a:t>lần</a:t>
            </a:r>
            <a:r>
              <a:rPr lang="en-US" sz="2000" dirty="0" smtClean="0"/>
              <a:t> </a:t>
            </a:r>
            <a:r>
              <a:rPr lang="en-US" sz="2000" dirty="0" err="1" smtClean="0"/>
              <a:t>này</a:t>
            </a:r>
            <a:r>
              <a:rPr lang="en-US" sz="2000" dirty="0" smtClean="0"/>
              <a:t> </a:t>
            </a:r>
            <a:r>
              <a:rPr lang="en-US" sz="2000" dirty="0" err="1" smtClean="0"/>
              <a:t>thay</a:t>
            </a:r>
            <a:r>
              <a:rPr lang="en-US" sz="2000" dirty="0" smtClean="0"/>
              <a:t> </a:t>
            </a:r>
            <a:r>
              <a:rPr lang="en-US" sz="2000" dirty="0" err="1" smtClean="0"/>
              <a:t>vì</a:t>
            </a:r>
            <a:r>
              <a:rPr lang="en-US" sz="2000" dirty="0" smtClean="0"/>
              <a:t> </a:t>
            </a:r>
            <a:r>
              <a:rPr lang="en-US" sz="2000" dirty="0" err="1" smtClean="0"/>
              <a:t>thực</a:t>
            </a:r>
            <a:r>
              <a:rPr lang="en-US" sz="2000" dirty="0" smtClean="0"/>
              <a:t> </a:t>
            </a:r>
            <a:r>
              <a:rPr lang="en-US" sz="2000" dirty="0" err="1" smtClean="0"/>
              <a:t>hiện</a:t>
            </a:r>
            <a:r>
              <a:rPr lang="en-US" sz="2000" dirty="0" smtClean="0"/>
              <a:t> </a:t>
            </a:r>
            <a:r>
              <a:rPr lang="en-US" sz="2000" dirty="0" err="1" smtClean="0"/>
              <a:t>một</a:t>
            </a:r>
            <a:r>
              <a:rPr lang="en-US" sz="2000" dirty="0" smtClean="0"/>
              <a:t> </a:t>
            </a:r>
            <a:r>
              <a:rPr lang="en-US" sz="2000" dirty="0" err="1" smtClean="0"/>
              <a:t>lần</a:t>
            </a:r>
            <a:r>
              <a:rPr lang="en-US" sz="2000" dirty="0" smtClean="0"/>
              <a:t>, ta </a:t>
            </a:r>
            <a:r>
              <a:rPr lang="en-US" sz="2000" dirty="0" err="1" smtClean="0"/>
              <a:t>sẽ</a:t>
            </a:r>
            <a:r>
              <a:rPr lang="en-US" sz="2000" dirty="0" smtClean="0"/>
              <a:t> </a:t>
            </a:r>
            <a:r>
              <a:rPr lang="en-US" sz="2000" dirty="0" err="1" smtClean="0"/>
              <a:t>sửa</a:t>
            </a:r>
            <a:r>
              <a:rPr lang="en-US" sz="2000" dirty="0" smtClean="0"/>
              <a:t> </a:t>
            </a:r>
            <a:r>
              <a:rPr lang="en-US" sz="2000" dirty="0" err="1" smtClean="0"/>
              <a:t>chương</a:t>
            </a:r>
            <a:r>
              <a:rPr lang="en-US" sz="2000" dirty="0" smtClean="0"/>
              <a:t> </a:t>
            </a:r>
            <a:r>
              <a:rPr lang="en-US" sz="2000" dirty="0" err="1" smtClean="0"/>
              <a:t>trình</a:t>
            </a:r>
            <a:r>
              <a:rPr lang="en-US" sz="2000" dirty="0" smtClean="0"/>
              <a:t> </a:t>
            </a:r>
            <a:r>
              <a:rPr lang="en-US" sz="2000" dirty="0" err="1" smtClean="0"/>
              <a:t>ra</a:t>
            </a:r>
            <a:r>
              <a:rPr lang="en-US" sz="2000" dirty="0" smtClean="0"/>
              <a:t> </a:t>
            </a:r>
            <a:r>
              <a:rPr lang="en-US" sz="2000" dirty="0" err="1" smtClean="0"/>
              <a:t>sao</a:t>
            </a:r>
            <a:r>
              <a:rPr lang="en-US" sz="2000" dirty="0" smtClean="0"/>
              <a:t> </a:t>
            </a:r>
            <a:r>
              <a:rPr lang="en-US" sz="2000" dirty="0" err="1" smtClean="0"/>
              <a:t>đó</a:t>
            </a:r>
            <a:r>
              <a:rPr lang="en-US" sz="2000" dirty="0" smtClean="0"/>
              <a:t> </a:t>
            </a:r>
            <a:r>
              <a:rPr lang="en-US" sz="2000" dirty="0" err="1" smtClean="0"/>
              <a:t>để</a:t>
            </a:r>
            <a:r>
              <a:rPr lang="en-US" sz="2000" dirty="0" smtClean="0"/>
              <a:t> </a:t>
            </a:r>
            <a:r>
              <a:rPr lang="en-US" sz="2000" dirty="0" err="1" smtClean="0"/>
              <a:t>khi</a:t>
            </a:r>
            <a:r>
              <a:rPr lang="en-US" sz="2000" dirty="0" smtClean="0"/>
              <a:t> </a:t>
            </a:r>
            <a:r>
              <a:rPr lang="en-US" sz="2000" dirty="0" err="1" smtClean="0"/>
              <a:t>nhấn</a:t>
            </a:r>
            <a:r>
              <a:rPr lang="en-US" sz="2000" dirty="0" smtClean="0"/>
              <a:t> </a:t>
            </a:r>
            <a:r>
              <a:rPr lang="en-US" sz="2000" dirty="0" err="1" smtClean="0"/>
              <a:t>nút</a:t>
            </a:r>
            <a:r>
              <a:rPr lang="en-US" sz="2000" dirty="0" smtClean="0"/>
              <a:t> A </a:t>
            </a:r>
            <a:r>
              <a:rPr lang="en-US" sz="2000" dirty="0" err="1" smtClean="0"/>
              <a:t>thì</a:t>
            </a:r>
            <a:r>
              <a:rPr lang="en-US" sz="2000" dirty="0" smtClean="0"/>
              <a:t> </a:t>
            </a:r>
            <a:r>
              <a:rPr lang="en-US" sz="2000" dirty="0" err="1" smtClean="0"/>
              <a:t>nó</a:t>
            </a:r>
            <a:r>
              <a:rPr lang="en-US" sz="2000" dirty="0" smtClean="0"/>
              <a:t> </a:t>
            </a:r>
            <a:r>
              <a:rPr lang="en-US" sz="2000" dirty="0" err="1" smtClean="0"/>
              <a:t>sẽ</a:t>
            </a:r>
            <a:r>
              <a:rPr lang="en-US" sz="2000" dirty="0" smtClean="0"/>
              <a:t> </a:t>
            </a:r>
            <a:r>
              <a:rPr lang="en-US" sz="2000" dirty="0" err="1" smtClean="0"/>
              <a:t>chạy</a:t>
            </a:r>
            <a:r>
              <a:rPr lang="en-US" sz="2000" dirty="0" smtClean="0"/>
              <a:t> </a:t>
            </a:r>
            <a:r>
              <a:rPr lang="en-US" sz="2000" dirty="0" err="1" smtClean="0"/>
              <a:t>tới</a:t>
            </a:r>
            <a:r>
              <a:rPr lang="en-US" sz="2000" dirty="0" smtClean="0"/>
              <a:t> </a:t>
            </a:r>
            <a:r>
              <a:rPr lang="en-US" sz="2000" dirty="0" err="1" smtClean="0"/>
              <a:t>khi</a:t>
            </a:r>
            <a:r>
              <a:rPr lang="en-US" sz="2000" dirty="0" smtClean="0"/>
              <a:t> </a:t>
            </a:r>
            <a:r>
              <a:rPr lang="en-US" sz="2000" dirty="0" err="1" smtClean="0"/>
              <a:t>nào</a:t>
            </a:r>
            <a:r>
              <a:rPr lang="en-US" sz="2000" dirty="0" smtClean="0"/>
              <a:t> </a:t>
            </a:r>
            <a:r>
              <a:rPr lang="en-US" sz="2000" dirty="0" err="1" smtClean="0"/>
              <a:t>nút</a:t>
            </a:r>
            <a:r>
              <a:rPr lang="en-US" sz="2000" dirty="0" smtClean="0"/>
              <a:t> B </a:t>
            </a:r>
            <a:r>
              <a:rPr lang="en-US" sz="2000" dirty="0" err="1" smtClean="0"/>
              <a:t>được</a:t>
            </a:r>
            <a:r>
              <a:rPr lang="en-US" sz="2000" dirty="0" smtClean="0"/>
              <a:t> </a:t>
            </a:r>
            <a:r>
              <a:rPr lang="en-US" sz="2000" dirty="0" err="1" smtClean="0"/>
              <a:t>nhấn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3: </a:t>
            </a:r>
            <a:r>
              <a:rPr lang="en-US" sz="2000" dirty="0" err="1" smtClean="0"/>
              <a:t>Giả</a:t>
            </a:r>
            <a:r>
              <a:rPr lang="en-US" sz="2000" dirty="0" smtClean="0"/>
              <a:t> </a:t>
            </a:r>
            <a:r>
              <a:rPr lang="en-US" sz="2000" dirty="0" err="1" smtClean="0"/>
              <a:t>sử</a:t>
            </a:r>
            <a:r>
              <a:rPr lang="en-US" sz="2000" dirty="0" smtClean="0"/>
              <a:t> </a:t>
            </a:r>
            <a:r>
              <a:rPr lang="en-US" sz="2000" dirty="0" err="1" smtClean="0"/>
              <a:t>trường</a:t>
            </a:r>
            <a:r>
              <a:rPr lang="en-US" sz="2000" dirty="0" smtClean="0"/>
              <a:t> </a:t>
            </a:r>
            <a:r>
              <a:rPr lang="en-US" sz="2000" dirty="0" err="1" smtClean="0"/>
              <a:t>hợp</a:t>
            </a:r>
            <a:r>
              <a:rPr lang="en-US" sz="2000" dirty="0" smtClean="0"/>
              <a:t> </a:t>
            </a:r>
            <a:r>
              <a:rPr lang="en-US" sz="2000" dirty="0" err="1" smtClean="0"/>
              <a:t>một</a:t>
            </a:r>
            <a:r>
              <a:rPr lang="en-US" sz="2000" dirty="0" smtClean="0"/>
              <a:t> </a:t>
            </a:r>
            <a:r>
              <a:rPr lang="en-US" sz="2000" dirty="0" err="1" smtClean="0"/>
              <a:t>nút</a:t>
            </a:r>
            <a:r>
              <a:rPr lang="en-US" sz="2000" dirty="0" smtClean="0"/>
              <a:t> </a:t>
            </a:r>
            <a:r>
              <a:rPr lang="en-US" sz="2000" dirty="0" err="1" smtClean="0"/>
              <a:t>bị</a:t>
            </a:r>
            <a:r>
              <a:rPr lang="en-US" sz="2000" dirty="0" smtClean="0"/>
              <a:t> </a:t>
            </a:r>
            <a:r>
              <a:rPr lang="en-US" sz="2000" dirty="0" err="1" smtClean="0"/>
              <a:t>hỏng</a:t>
            </a:r>
            <a:r>
              <a:rPr lang="en-US" sz="2000" dirty="0" smtClean="0"/>
              <a:t>, </a:t>
            </a:r>
            <a:r>
              <a:rPr lang="en-US" sz="2000" dirty="0" err="1" smtClean="0"/>
              <a:t>thì</a:t>
            </a:r>
            <a:r>
              <a:rPr lang="en-US" sz="2000" dirty="0" smtClean="0"/>
              <a:t> ta </a:t>
            </a:r>
            <a:r>
              <a:rPr lang="en-US" sz="2000" dirty="0" err="1" smtClean="0"/>
              <a:t>sẽ</a:t>
            </a:r>
            <a:r>
              <a:rPr lang="en-US" sz="2000" dirty="0" smtClean="0"/>
              <a:t> </a:t>
            </a:r>
            <a:r>
              <a:rPr lang="en-US" sz="2000" dirty="0" err="1" smtClean="0"/>
              <a:t>làm</a:t>
            </a:r>
            <a:r>
              <a:rPr lang="en-US" sz="2000" dirty="0" smtClean="0"/>
              <a:t> </a:t>
            </a:r>
            <a:r>
              <a:rPr lang="en-US" sz="2000" dirty="0" err="1" smtClean="0"/>
              <a:t>như</a:t>
            </a:r>
            <a:r>
              <a:rPr lang="en-US" sz="2000" dirty="0" smtClean="0"/>
              <a:t> </a:t>
            </a:r>
            <a:r>
              <a:rPr lang="en-US" sz="2000" dirty="0" err="1" smtClean="0"/>
              <a:t>thế</a:t>
            </a:r>
            <a:r>
              <a:rPr lang="en-US" sz="2000" dirty="0" smtClean="0"/>
              <a:t> </a:t>
            </a:r>
            <a:r>
              <a:rPr lang="en-US" sz="2000" dirty="0" err="1" smtClean="0"/>
              <a:t>nào</a:t>
            </a:r>
            <a:r>
              <a:rPr lang="en-US" sz="2000" dirty="0" smtClean="0"/>
              <a:t> </a:t>
            </a:r>
            <a:r>
              <a:rPr lang="en-US" sz="2000" dirty="0" err="1" smtClean="0"/>
              <a:t>để</a:t>
            </a:r>
            <a:r>
              <a:rPr lang="en-US" sz="2000" dirty="0" smtClean="0"/>
              <a:t> </a:t>
            </a:r>
            <a:r>
              <a:rPr lang="en-US" sz="2000" dirty="0" err="1" smtClean="0"/>
              <a:t>nhấn</a:t>
            </a:r>
            <a:r>
              <a:rPr lang="en-US" sz="2000" dirty="0" smtClean="0"/>
              <a:t> 1 </a:t>
            </a:r>
            <a:r>
              <a:rPr lang="en-US" sz="2000" dirty="0" err="1" smtClean="0"/>
              <a:t>lần</a:t>
            </a:r>
            <a:r>
              <a:rPr lang="en-US" sz="2000" dirty="0" smtClean="0"/>
              <a:t> </a:t>
            </a:r>
            <a:r>
              <a:rPr lang="en-US" sz="2000" dirty="0" err="1" smtClean="0"/>
              <a:t>thì</a:t>
            </a:r>
            <a:r>
              <a:rPr lang="en-US" sz="2000" dirty="0" smtClean="0"/>
              <a:t> </a:t>
            </a:r>
            <a:r>
              <a:rPr lang="en-US" sz="2000" dirty="0" err="1" smtClean="0"/>
              <a:t>chạy</a:t>
            </a:r>
            <a:r>
              <a:rPr lang="en-US" sz="2000" dirty="0" smtClean="0"/>
              <a:t>, 1 </a:t>
            </a:r>
            <a:r>
              <a:rPr lang="en-US" sz="2000" dirty="0" err="1" smtClean="0"/>
              <a:t>lần</a:t>
            </a:r>
            <a:r>
              <a:rPr lang="en-US" sz="2000" dirty="0" smtClean="0"/>
              <a:t> </a:t>
            </a:r>
            <a:r>
              <a:rPr lang="en-US" sz="2000" dirty="0" err="1" smtClean="0"/>
              <a:t>thì</a:t>
            </a:r>
            <a:r>
              <a:rPr lang="en-US" sz="2000" dirty="0" smtClean="0"/>
              <a:t> </a:t>
            </a:r>
            <a:r>
              <a:rPr lang="en-US" sz="2000" dirty="0" err="1" smtClean="0"/>
              <a:t>dừng</a:t>
            </a:r>
            <a:r>
              <a:rPr lang="en-US" sz="2000" dirty="0" smtClean="0"/>
              <a:t>.</a:t>
            </a:r>
          </a:p>
          <a:p>
            <a:endParaRPr lang="en-US" sz="2000" dirty="0"/>
          </a:p>
          <a:p>
            <a:r>
              <a:rPr lang="en-US" sz="2000" dirty="0" err="1" smtClean="0"/>
              <a:t>Cách</a:t>
            </a:r>
            <a:r>
              <a:rPr lang="en-US" sz="2000" dirty="0" smtClean="0"/>
              <a:t> </a:t>
            </a:r>
            <a:r>
              <a:rPr lang="en-US" sz="2000" dirty="0" err="1" smtClean="0"/>
              <a:t>giải</a:t>
            </a:r>
            <a:r>
              <a:rPr lang="en-US" sz="2000" dirty="0" smtClean="0"/>
              <a:t> </a:t>
            </a:r>
            <a:r>
              <a:rPr lang="en-US" sz="2000" dirty="0" err="1" smtClean="0"/>
              <a:t>từng</a:t>
            </a:r>
            <a:r>
              <a:rPr lang="en-US" sz="2000" dirty="0" smtClean="0"/>
              <a:t> </a:t>
            </a:r>
            <a:r>
              <a:rPr lang="en-US" sz="2000" dirty="0" err="1" smtClean="0"/>
              <a:t>bài</a:t>
            </a:r>
            <a:r>
              <a:rPr lang="en-US" sz="2000" dirty="0" smtClean="0"/>
              <a:t>, ý </a:t>
            </a:r>
            <a:r>
              <a:rPr lang="en-US" sz="2000" dirty="0" err="1" smtClean="0"/>
              <a:t>nghĩa</a:t>
            </a:r>
            <a:r>
              <a:rPr lang="en-US" sz="2000" dirty="0" smtClean="0"/>
              <a:t> </a:t>
            </a:r>
            <a:r>
              <a:rPr lang="en-US" sz="2000" dirty="0" err="1" smtClean="0"/>
              <a:t>từng</a:t>
            </a:r>
            <a:r>
              <a:rPr lang="en-US" sz="2000" dirty="0" smtClean="0"/>
              <a:t> </a:t>
            </a:r>
            <a:r>
              <a:rPr lang="en-US" sz="2000" dirty="0" err="1" smtClean="0"/>
              <a:t>dòng</a:t>
            </a:r>
            <a:r>
              <a:rPr lang="en-US" sz="2000" dirty="0" smtClean="0"/>
              <a:t> </a:t>
            </a:r>
            <a:r>
              <a:rPr lang="en-US" sz="2000" dirty="0" err="1" smtClean="0"/>
              <a:t>chương</a:t>
            </a:r>
            <a:r>
              <a:rPr lang="en-US" sz="2000" dirty="0" smtClean="0"/>
              <a:t> </a:t>
            </a:r>
            <a:r>
              <a:rPr lang="en-US" sz="2000" dirty="0" err="1" smtClean="0"/>
              <a:t>trình</a:t>
            </a:r>
            <a:r>
              <a:rPr lang="en-US" sz="2000" dirty="0" smtClean="0"/>
              <a:t> </a:t>
            </a:r>
            <a:r>
              <a:rPr lang="en-US" sz="2000" dirty="0" err="1" smtClean="0"/>
              <a:t>của</a:t>
            </a:r>
            <a:r>
              <a:rPr lang="en-US" sz="2000" dirty="0" smtClean="0"/>
              <a:t> </a:t>
            </a:r>
            <a:r>
              <a:rPr lang="en-US" sz="2000" dirty="0" err="1" smtClean="0"/>
              <a:t>bài</a:t>
            </a:r>
            <a:r>
              <a:rPr lang="en-US" sz="2000" dirty="0" smtClean="0"/>
              <a:t> </a:t>
            </a:r>
            <a:r>
              <a:rPr lang="en-US" sz="2000" dirty="0" err="1" smtClean="0"/>
              <a:t>tập</a:t>
            </a:r>
            <a:r>
              <a:rPr lang="en-US" sz="2000" dirty="0" smtClean="0"/>
              <a:t> </a:t>
            </a:r>
            <a:r>
              <a:rPr lang="en-US" sz="2000" dirty="0" err="1" smtClean="0"/>
              <a:t>sẽ</a:t>
            </a:r>
            <a:r>
              <a:rPr lang="en-US" sz="2000" dirty="0" smtClean="0"/>
              <a:t> </a:t>
            </a:r>
            <a:r>
              <a:rPr lang="en-US" sz="2000" dirty="0" err="1" smtClean="0"/>
              <a:t>được</a:t>
            </a:r>
            <a:r>
              <a:rPr lang="en-US" sz="2000" dirty="0" smtClean="0"/>
              <a:t> </a:t>
            </a:r>
            <a:r>
              <a:rPr lang="en-US" sz="2000" dirty="0" err="1" smtClean="0"/>
              <a:t>thực</a:t>
            </a:r>
            <a:r>
              <a:rPr lang="en-US" sz="2000" dirty="0" smtClean="0"/>
              <a:t> </a:t>
            </a:r>
            <a:r>
              <a:rPr lang="en-US" sz="2000" dirty="0" err="1" smtClean="0"/>
              <a:t>hiện</a:t>
            </a:r>
            <a:r>
              <a:rPr lang="en-US" sz="2000" dirty="0" smtClean="0"/>
              <a:t> </a:t>
            </a:r>
            <a:r>
              <a:rPr lang="en-US" sz="2000" dirty="0" err="1" smtClean="0"/>
              <a:t>ngay</a:t>
            </a:r>
            <a:r>
              <a:rPr lang="en-US" sz="2000" dirty="0" smtClean="0"/>
              <a:t> </a:t>
            </a:r>
            <a:r>
              <a:rPr lang="en-US" sz="2000" dirty="0" err="1" smtClean="0"/>
              <a:t>sau</a:t>
            </a:r>
            <a:r>
              <a:rPr lang="en-US" sz="2000" dirty="0" smtClean="0"/>
              <a:t> </a:t>
            </a:r>
            <a:r>
              <a:rPr lang="en-US" sz="2000" dirty="0" err="1" smtClean="0"/>
              <a:t>khi</a:t>
            </a:r>
            <a:r>
              <a:rPr lang="en-US" sz="2000" dirty="0" smtClean="0"/>
              <a:t> </a:t>
            </a:r>
            <a:r>
              <a:rPr lang="en-US" sz="2000" dirty="0" err="1" smtClean="0"/>
              <a:t>nghỉ</a:t>
            </a:r>
            <a:r>
              <a:rPr lang="en-US" sz="2000" dirty="0"/>
              <a:t> </a:t>
            </a:r>
            <a:r>
              <a:rPr lang="en-US" sz="2000" dirty="0" err="1" smtClean="0"/>
              <a:t>ngơi</a:t>
            </a:r>
            <a:r>
              <a:rPr lang="en-US" sz="2000" dirty="0" smtClean="0"/>
              <a:t> 15 </a:t>
            </a:r>
            <a:r>
              <a:rPr lang="en-US" sz="2000" dirty="0" err="1" smtClean="0"/>
              <a:t>phút</a:t>
            </a:r>
            <a:r>
              <a:rPr lang="en-US" sz="2000" dirty="0" smtClean="0"/>
              <a:t>…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2454454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8991599" cy="6705600"/>
          </a:xfrm>
        </p:spPr>
      </p:pic>
      <p:sp>
        <p:nvSpPr>
          <p:cNvPr id="5" name="TextBox 4"/>
          <p:cNvSpPr txBox="1"/>
          <p:nvPr/>
        </p:nvSpPr>
        <p:spPr>
          <a:xfrm>
            <a:off x="1447800" y="6400800"/>
            <a:ext cx="5867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 smtClean="0">
                <a:solidFill>
                  <a:srgbClr val="00B0F0"/>
                </a:solidFill>
              </a:rPr>
              <a:t>Bài</a:t>
            </a:r>
            <a:r>
              <a:rPr lang="en-US" sz="2000" b="1" dirty="0" smtClean="0">
                <a:solidFill>
                  <a:srgbClr val="00B0F0"/>
                </a:solidFill>
              </a:rPr>
              <a:t> </a:t>
            </a:r>
            <a:r>
              <a:rPr lang="en-US" sz="2000" b="1" dirty="0" err="1" smtClean="0">
                <a:solidFill>
                  <a:srgbClr val="00B0F0"/>
                </a:solidFill>
              </a:rPr>
              <a:t>tập</a:t>
            </a:r>
            <a:r>
              <a:rPr lang="en-US" sz="2000" b="1" dirty="0" smtClean="0">
                <a:solidFill>
                  <a:srgbClr val="00B0F0"/>
                </a:solidFill>
              </a:rPr>
              <a:t> 1: </a:t>
            </a:r>
            <a:r>
              <a:rPr lang="en-US" sz="2000" b="1" dirty="0" err="1" smtClean="0">
                <a:solidFill>
                  <a:srgbClr val="00B0F0"/>
                </a:solidFill>
              </a:rPr>
              <a:t>Cách</a:t>
            </a:r>
            <a:r>
              <a:rPr lang="en-US" sz="2000" b="1" dirty="0" smtClean="0">
                <a:solidFill>
                  <a:srgbClr val="00B0F0"/>
                </a:solidFill>
              </a:rPr>
              <a:t> </a:t>
            </a:r>
            <a:r>
              <a:rPr lang="en-US" sz="2000" b="1" dirty="0" err="1" smtClean="0">
                <a:solidFill>
                  <a:srgbClr val="00B0F0"/>
                </a:solidFill>
              </a:rPr>
              <a:t>giả</a:t>
            </a:r>
            <a:r>
              <a:rPr lang="en-US" sz="2000" b="1" dirty="0" smtClean="0">
                <a:solidFill>
                  <a:srgbClr val="00B0F0"/>
                </a:solidFill>
              </a:rPr>
              <a:t> </a:t>
            </a:r>
            <a:r>
              <a:rPr lang="en-US" sz="2000" b="1" dirty="0" err="1" smtClean="0">
                <a:solidFill>
                  <a:srgbClr val="00B0F0"/>
                </a:solidFill>
              </a:rPr>
              <a:t>thứ</a:t>
            </a:r>
            <a:r>
              <a:rPr lang="en-US" sz="2000" b="1" dirty="0" smtClean="0">
                <a:solidFill>
                  <a:srgbClr val="00B0F0"/>
                </a:solidFill>
              </a:rPr>
              <a:t> </a:t>
            </a:r>
            <a:r>
              <a:rPr lang="en-US" sz="2000" b="1" dirty="0" err="1" smtClean="0">
                <a:solidFill>
                  <a:srgbClr val="00B0F0"/>
                </a:solidFill>
              </a:rPr>
              <a:t>nhất</a:t>
            </a:r>
            <a:endParaRPr lang="en-US" sz="20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2364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228600"/>
            <a:ext cx="8991600" cy="6629400"/>
          </a:xfrm>
        </p:spPr>
      </p:pic>
      <p:sp>
        <p:nvSpPr>
          <p:cNvPr id="5" name="TextBox 4"/>
          <p:cNvSpPr txBox="1"/>
          <p:nvPr/>
        </p:nvSpPr>
        <p:spPr>
          <a:xfrm>
            <a:off x="1676400" y="6248400"/>
            <a:ext cx="5562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 smtClean="0">
                <a:solidFill>
                  <a:srgbClr val="00B0F0"/>
                </a:solidFill>
              </a:rPr>
              <a:t>Bài</a:t>
            </a:r>
            <a:r>
              <a:rPr lang="en-US" sz="2000" b="1" dirty="0" smtClean="0">
                <a:solidFill>
                  <a:srgbClr val="00B0F0"/>
                </a:solidFill>
              </a:rPr>
              <a:t> </a:t>
            </a:r>
            <a:r>
              <a:rPr lang="en-US" sz="2000" b="1" dirty="0" err="1" smtClean="0">
                <a:solidFill>
                  <a:srgbClr val="00B0F0"/>
                </a:solidFill>
              </a:rPr>
              <a:t>tập</a:t>
            </a:r>
            <a:r>
              <a:rPr lang="en-US" sz="2000" b="1" dirty="0" smtClean="0">
                <a:solidFill>
                  <a:srgbClr val="00B0F0"/>
                </a:solidFill>
              </a:rPr>
              <a:t> 1: </a:t>
            </a:r>
            <a:r>
              <a:rPr lang="en-US" sz="2000" b="1" dirty="0" err="1" smtClean="0">
                <a:solidFill>
                  <a:srgbClr val="00B0F0"/>
                </a:solidFill>
              </a:rPr>
              <a:t>Cách</a:t>
            </a:r>
            <a:r>
              <a:rPr lang="en-US" sz="2000" b="1" dirty="0" smtClean="0">
                <a:solidFill>
                  <a:srgbClr val="00B0F0"/>
                </a:solidFill>
              </a:rPr>
              <a:t> </a:t>
            </a:r>
            <a:r>
              <a:rPr lang="en-US" sz="2000" b="1" dirty="0" err="1" smtClean="0">
                <a:solidFill>
                  <a:srgbClr val="00B0F0"/>
                </a:solidFill>
              </a:rPr>
              <a:t>giải</a:t>
            </a:r>
            <a:r>
              <a:rPr lang="en-US" sz="2000" b="1" dirty="0" smtClean="0">
                <a:solidFill>
                  <a:srgbClr val="00B0F0"/>
                </a:solidFill>
              </a:rPr>
              <a:t> </a:t>
            </a:r>
            <a:r>
              <a:rPr lang="en-US" sz="2000" b="1" dirty="0" err="1" smtClean="0">
                <a:solidFill>
                  <a:srgbClr val="00B0F0"/>
                </a:solidFill>
              </a:rPr>
              <a:t>thứ</a:t>
            </a:r>
            <a:r>
              <a:rPr lang="en-US" sz="2000" b="1" dirty="0" smtClean="0">
                <a:solidFill>
                  <a:srgbClr val="00B0F0"/>
                </a:solidFill>
              </a:rPr>
              <a:t> 2</a:t>
            </a:r>
            <a:endParaRPr lang="en-US" sz="20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8449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324600"/>
          </a:xfrm>
        </p:spPr>
      </p:pic>
      <p:sp>
        <p:nvSpPr>
          <p:cNvPr id="8" name="TextBox 7"/>
          <p:cNvSpPr txBox="1"/>
          <p:nvPr/>
        </p:nvSpPr>
        <p:spPr>
          <a:xfrm>
            <a:off x="1828800" y="6172200"/>
            <a:ext cx="472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 smtClean="0">
                <a:solidFill>
                  <a:srgbClr val="00B0F0"/>
                </a:solidFill>
              </a:rPr>
              <a:t>Bài</a:t>
            </a:r>
            <a:r>
              <a:rPr lang="en-US" sz="2400" b="1" dirty="0" smtClean="0">
                <a:solidFill>
                  <a:srgbClr val="00B0F0"/>
                </a:solidFill>
              </a:rPr>
              <a:t> </a:t>
            </a:r>
            <a:r>
              <a:rPr lang="en-US" sz="2400" b="1" dirty="0" err="1" smtClean="0">
                <a:solidFill>
                  <a:srgbClr val="00B0F0"/>
                </a:solidFill>
              </a:rPr>
              <a:t>tập</a:t>
            </a:r>
            <a:r>
              <a:rPr lang="en-US" sz="2400" b="1" dirty="0" smtClean="0">
                <a:solidFill>
                  <a:srgbClr val="00B0F0"/>
                </a:solidFill>
              </a:rPr>
              <a:t> 2: </a:t>
            </a:r>
            <a:r>
              <a:rPr lang="en-US" sz="2400" b="1" dirty="0" err="1" smtClean="0">
                <a:solidFill>
                  <a:srgbClr val="00B0F0"/>
                </a:solidFill>
              </a:rPr>
              <a:t>Cách</a:t>
            </a:r>
            <a:r>
              <a:rPr lang="en-US" sz="2400" b="1" dirty="0" smtClean="0">
                <a:solidFill>
                  <a:srgbClr val="00B0F0"/>
                </a:solidFill>
              </a:rPr>
              <a:t> </a:t>
            </a:r>
            <a:r>
              <a:rPr lang="en-US" sz="2400" b="1" dirty="0" err="1" smtClean="0">
                <a:solidFill>
                  <a:srgbClr val="00B0F0"/>
                </a:solidFill>
              </a:rPr>
              <a:t>giải</a:t>
            </a:r>
            <a:endParaRPr lang="en-US" sz="24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2692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6858000"/>
          </a:xfrm>
        </p:spPr>
      </p:pic>
      <p:sp>
        <p:nvSpPr>
          <p:cNvPr id="5" name="TextBox 4"/>
          <p:cNvSpPr txBox="1"/>
          <p:nvPr/>
        </p:nvSpPr>
        <p:spPr>
          <a:xfrm>
            <a:off x="1447800" y="5943600"/>
            <a:ext cx="5715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 smtClean="0">
                <a:solidFill>
                  <a:srgbClr val="00B0F0"/>
                </a:solidFill>
              </a:rPr>
              <a:t>Gọi</a:t>
            </a:r>
            <a:r>
              <a:rPr lang="en-US" sz="2000" b="1" dirty="0" smtClean="0">
                <a:solidFill>
                  <a:srgbClr val="00B0F0"/>
                </a:solidFill>
              </a:rPr>
              <a:t> </a:t>
            </a:r>
            <a:r>
              <a:rPr lang="en-US" sz="2000" b="1" dirty="0" err="1" smtClean="0">
                <a:solidFill>
                  <a:srgbClr val="00B0F0"/>
                </a:solidFill>
              </a:rPr>
              <a:t>chương</a:t>
            </a:r>
            <a:r>
              <a:rPr lang="en-US" sz="2000" b="1" dirty="0" smtClean="0">
                <a:solidFill>
                  <a:srgbClr val="00B0F0"/>
                </a:solidFill>
              </a:rPr>
              <a:t> </a:t>
            </a:r>
            <a:r>
              <a:rPr lang="en-US" sz="2000" b="1" dirty="0" err="1" smtClean="0">
                <a:solidFill>
                  <a:srgbClr val="00B0F0"/>
                </a:solidFill>
              </a:rPr>
              <a:t>trình</a:t>
            </a:r>
            <a:r>
              <a:rPr lang="en-US" sz="2000" b="1" dirty="0" smtClean="0">
                <a:solidFill>
                  <a:srgbClr val="00B0F0"/>
                </a:solidFill>
              </a:rPr>
              <a:t> STOP </a:t>
            </a:r>
            <a:r>
              <a:rPr lang="en-US" sz="2000" b="1" dirty="0" err="1" smtClean="0">
                <a:solidFill>
                  <a:srgbClr val="00B0F0"/>
                </a:solidFill>
              </a:rPr>
              <a:t>đã</a:t>
            </a:r>
            <a:r>
              <a:rPr lang="en-US" sz="2000" b="1" dirty="0" smtClean="0">
                <a:solidFill>
                  <a:srgbClr val="00B0F0"/>
                </a:solidFill>
              </a:rPr>
              <a:t> </a:t>
            </a:r>
            <a:r>
              <a:rPr lang="en-US" sz="2000" b="1" dirty="0" err="1" smtClean="0">
                <a:solidFill>
                  <a:srgbClr val="00B0F0"/>
                </a:solidFill>
              </a:rPr>
              <a:t>thực</a:t>
            </a:r>
            <a:r>
              <a:rPr lang="en-US" sz="2000" b="1" dirty="0" smtClean="0">
                <a:solidFill>
                  <a:srgbClr val="00B0F0"/>
                </a:solidFill>
              </a:rPr>
              <a:t> </a:t>
            </a:r>
            <a:r>
              <a:rPr lang="en-US" sz="2000" b="1" dirty="0" err="1" smtClean="0">
                <a:solidFill>
                  <a:srgbClr val="00B0F0"/>
                </a:solidFill>
              </a:rPr>
              <a:t>hiện</a:t>
            </a:r>
            <a:r>
              <a:rPr lang="en-US" sz="2000" b="1" dirty="0" smtClean="0">
                <a:solidFill>
                  <a:srgbClr val="00B0F0"/>
                </a:solidFill>
              </a:rPr>
              <a:t> </a:t>
            </a:r>
            <a:r>
              <a:rPr lang="en-US" sz="2000" b="1" dirty="0" err="1" smtClean="0">
                <a:solidFill>
                  <a:srgbClr val="00B0F0"/>
                </a:solidFill>
              </a:rPr>
              <a:t>vào</a:t>
            </a:r>
            <a:r>
              <a:rPr lang="en-US" sz="2000" b="1" dirty="0" smtClean="0">
                <a:solidFill>
                  <a:srgbClr val="00B0F0"/>
                </a:solidFill>
              </a:rPr>
              <a:t> 2 </a:t>
            </a:r>
            <a:r>
              <a:rPr lang="en-US" sz="2000" b="1" dirty="0" err="1" smtClean="0">
                <a:solidFill>
                  <a:srgbClr val="00B0F0"/>
                </a:solidFill>
              </a:rPr>
              <a:t>chương</a:t>
            </a:r>
            <a:r>
              <a:rPr lang="en-US" sz="2000" b="1" dirty="0" smtClean="0">
                <a:solidFill>
                  <a:srgbClr val="00B0F0"/>
                </a:solidFill>
              </a:rPr>
              <a:t> </a:t>
            </a:r>
            <a:r>
              <a:rPr lang="en-US" sz="2000" b="1" dirty="0" err="1" smtClean="0">
                <a:solidFill>
                  <a:srgbClr val="00B0F0"/>
                </a:solidFill>
              </a:rPr>
              <a:t>trình</a:t>
            </a:r>
            <a:r>
              <a:rPr lang="en-US" sz="2000" b="1" dirty="0" smtClean="0">
                <a:solidFill>
                  <a:srgbClr val="00B0F0"/>
                </a:solidFill>
              </a:rPr>
              <a:t> </a:t>
            </a:r>
            <a:r>
              <a:rPr lang="en-US" sz="2000" b="1" dirty="0" err="1" smtClean="0">
                <a:solidFill>
                  <a:srgbClr val="00B0F0"/>
                </a:solidFill>
              </a:rPr>
              <a:t>bóp</a:t>
            </a:r>
            <a:r>
              <a:rPr lang="en-US" sz="2000" b="1" dirty="0" smtClean="0">
                <a:solidFill>
                  <a:srgbClr val="00B0F0"/>
                </a:solidFill>
              </a:rPr>
              <a:t> </a:t>
            </a:r>
            <a:r>
              <a:rPr lang="en-US" sz="2000" b="1" dirty="0" err="1" smtClean="0">
                <a:solidFill>
                  <a:srgbClr val="00B0F0"/>
                </a:solidFill>
              </a:rPr>
              <a:t>và</a:t>
            </a:r>
            <a:r>
              <a:rPr lang="en-US" sz="2000" b="1" dirty="0" smtClean="0">
                <a:solidFill>
                  <a:srgbClr val="00B0F0"/>
                </a:solidFill>
              </a:rPr>
              <a:t> </a:t>
            </a:r>
            <a:r>
              <a:rPr lang="en-US" sz="2000" b="1" dirty="0" err="1" smtClean="0">
                <a:solidFill>
                  <a:srgbClr val="00B0F0"/>
                </a:solidFill>
              </a:rPr>
              <a:t>mở</a:t>
            </a:r>
            <a:endParaRPr lang="en-US" sz="20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32147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93964"/>
            <a:ext cx="9143999" cy="6629400"/>
          </a:xfrm>
        </p:spPr>
      </p:pic>
      <p:sp>
        <p:nvSpPr>
          <p:cNvPr id="5" name="TextBox 4"/>
          <p:cNvSpPr txBox="1"/>
          <p:nvPr/>
        </p:nvSpPr>
        <p:spPr>
          <a:xfrm>
            <a:off x="2133600" y="6172200"/>
            <a:ext cx="472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err="1" smtClean="0">
                <a:solidFill>
                  <a:srgbClr val="00B0F0"/>
                </a:solidFill>
              </a:rPr>
              <a:t>Tiếp</a:t>
            </a:r>
            <a:r>
              <a:rPr lang="en-US" sz="2000" b="1" dirty="0" smtClean="0">
                <a:solidFill>
                  <a:srgbClr val="00B0F0"/>
                </a:solidFill>
              </a:rPr>
              <a:t> </a:t>
            </a:r>
            <a:r>
              <a:rPr lang="en-US" sz="2000" b="1" dirty="0" err="1" smtClean="0">
                <a:solidFill>
                  <a:srgbClr val="00B0F0"/>
                </a:solidFill>
              </a:rPr>
              <a:t>tục</a:t>
            </a:r>
            <a:r>
              <a:rPr lang="en-US" sz="2000" b="1" dirty="0" smtClean="0">
                <a:solidFill>
                  <a:srgbClr val="00B0F0"/>
                </a:solidFill>
              </a:rPr>
              <a:t> </a:t>
            </a:r>
            <a:r>
              <a:rPr lang="en-US" sz="2000" b="1" dirty="0" err="1" smtClean="0">
                <a:solidFill>
                  <a:srgbClr val="00B0F0"/>
                </a:solidFill>
              </a:rPr>
              <a:t>là</a:t>
            </a:r>
            <a:r>
              <a:rPr lang="en-US" sz="2000" b="1" dirty="0" smtClean="0">
                <a:solidFill>
                  <a:srgbClr val="00B0F0"/>
                </a:solidFill>
              </a:rPr>
              <a:t> </a:t>
            </a:r>
            <a:r>
              <a:rPr lang="en-US" sz="2000" b="1" dirty="0" err="1" smtClean="0">
                <a:solidFill>
                  <a:srgbClr val="00B0F0"/>
                </a:solidFill>
              </a:rPr>
              <a:t>bài</a:t>
            </a:r>
            <a:r>
              <a:rPr lang="en-US" sz="2000" b="1" dirty="0" smtClean="0">
                <a:solidFill>
                  <a:srgbClr val="00B0F0"/>
                </a:solidFill>
              </a:rPr>
              <a:t> </a:t>
            </a:r>
            <a:r>
              <a:rPr lang="en-US" sz="2000" b="1" dirty="0" err="1" smtClean="0">
                <a:solidFill>
                  <a:srgbClr val="00B0F0"/>
                </a:solidFill>
              </a:rPr>
              <a:t>tập</a:t>
            </a:r>
            <a:r>
              <a:rPr lang="en-US" sz="2000" b="1" dirty="0" smtClean="0">
                <a:solidFill>
                  <a:srgbClr val="00B0F0"/>
                </a:solidFill>
              </a:rPr>
              <a:t> </a:t>
            </a:r>
            <a:r>
              <a:rPr lang="en-US" sz="2000" b="1" dirty="0" err="1" smtClean="0">
                <a:solidFill>
                  <a:srgbClr val="00B0F0"/>
                </a:solidFill>
              </a:rPr>
              <a:t>số</a:t>
            </a:r>
            <a:r>
              <a:rPr lang="en-US" sz="2000" b="1" dirty="0" smtClean="0">
                <a:solidFill>
                  <a:srgbClr val="00B0F0"/>
                </a:solidFill>
              </a:rPr>
              <a:t> 3: </a:t>
            </a:r>
            <a:r>
              <a:rPr lang="en-US" sz="2000" b="1" dirty="0" err="1" smtClean="0">
                <a:solidFill>
                  <a:srgbClr val="00B0F0"/>
                </a:solidFill>
              </a:rPr>
              <a:t>Chỉ</a:t>
            </a:r>
            <a:r>
              <a:rPr lang="en-US" sz="2000" b="1" dirty="0" smtClean="0">
                <a:solidFill>
                  <a:srgbClr val="00B0F0"/>
                </a:solidFill>
              </a:rPr>
              <a:t> </a:t>
            </a:r>
            <a:r>
              <a:rPr lang="en-US" sz="2000" b="1" dirty="0" err="1" smtClean="0">
                <a:solidFill>
                  <a:srgbClr val="00B0F0"/>
                </a:solidFill>
              </a:rPr>
              <a:t>điều</a:t>
            </a:r>
            <a:r>
              <a:rPr lang="en-US" sz="2000" b="1" dirty="0" smtClean="0">
                <a:solidFill>
                  <a:srgbClr val="00B0F0"/>
                </a:solidFill>
              </a:rPr>
              <a:t> </a:t>
            </a:r>
            <a:r>
              <a:rPr lang="en-US" sz="2000" b="1" dirty="0" err="1" smtClean="0">
                <a:solidFill>
                  <a:srgbClr val="00B0F0"/>
                </a:solidFill>
              </a:rPr>
              <a:t>khiển</a:t>
            </a:r>
            <a:r>
              <a:rPr lang="en-US" sz="2000" b="1" dirty="0" smtClean="0">
                <a:solidFill>
                  <a:srgbClr val="00B0F0"/>
                </a:solidFill>
              </a:rPr>
              <a:t> </a:t>
            </a:r>
            <a:r>
              <a:rPr lang="en-US" sz="2000" b="1" dirty="0" err="1" smtClean="0">
                <a:solidFill>
                  <a:srgbClr val="00B0F0"/>
                </a:solidFill>
              </a:rPr>
              <a:t>với</a:t>
            </a:r>
            <a:r>
              <a:rPr lang="en-US" sz="2000" b="1" dirty="0" smtClean="0">
                <a:solidFill>
                  <a:srgbClr val="00B0F0"/>
                </a:solidFill>
              </a:rPr>
              <a:t> 1 </a:t>
            </a:r>
            <a:r>
              <a:rPr lang="en-US" sz="2000" b="1" dirty="0" err="1" smtClean="0">
                <a:solidFill>
                  <a:srgbClr val="00B0F0"/>
                </a:solidFill>
              </a:rPr>
              <a:t>nút</a:t>
            </a:r>
            <a:r>
              <a:rPr lang="en-US" sz="2000" b="1" dirty="0" smtClean="0">
                <a:solidFill>
                  <a:srgbClr val="00B0F0"/>
                </a:solidFill>
              </a:rPr>
              <a:t> </a:t>
            </a:r>
            <a:r>
              <a:rPr lang="en-US" sz="2000" b="1" dirty="0" err="1" smtClean="0">
                <a:solidFill>
                  <a:srgbClr val="00B0F0"/>
                </a:solidFill>
              </a:rPr>
              <a:t>bấm</a:t>
            </a:r>
            <a:endParaRPr lang="en-US" sz="20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1981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548</Words>
  <Application>Microsoft Office PowerPoint</Application>
  <PresentationFormat>On-screen Show (4:3)</PresentationFormat>
  <Paragraphs>27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Giải thích chương trình máy trợ thở loại 2 </vt:lpstr>
      <vt:lpstr>Cái nhìn tổng quát về mạch điều khiển máy trợ thở </vt:lpstr>
      <vt:lpstr>PowerPoint Presentation</vt:lpstr>
      <vt:lpstr>PowerPoint Presentation</vt:lpstr>
      <vt:lpstr>PowerPoint Presentation</vt:lpstr>
      <vt:lpstr>PowerPoint Presentation</vt:lpstr>
      <vt:lpstr>Một số bài tập nho nhỏ: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ducde</dc:creator>
  <cp:lastModifiedBy>ducde</cp:lastModifiedBy>
  <cp:revision>11</cp:revision>
  <dcterms:created xsi:type="dcterms:W3CDTF">2020-05-05T12:57:18Z</dcterms:created>
  <dcterms:modified xsi:type="dcterms:W3CDTF">2020-05-05T15:33:54Z</dcterms:modified>
</cp:coreProperties>
</file>